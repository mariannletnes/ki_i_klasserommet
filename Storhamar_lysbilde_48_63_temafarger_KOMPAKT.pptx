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147473354" r:id="rId49"/>
    <p:sldId id="2147473355" r:id="rId50"/>
    <p:sldId id="2147473347" r:id="rId51"/>
    <p:sldId id="2147473348" r:id="rId52"/>
    <p:sldId id="2147473349" r:id="rId53"/>
    <p:sldId id="2147473361" r:id="rId54"/>
    <p:sldId id="2147473350" r:id="rId55"/>
    <p:sldId id="2147473359" r:id="rId56"/>
    <p:sldId id="2147473360" r:id="rId57"/>
    <p:sldId id="2147473356" r:id="rId58"/>
    <p:sldId id="2147473357" r:id="rId59"/>
    <p:sldId id="2147473362" r:id="rId60"/>
    <p:sldId id="2147473363" r:id="rId61"/>
    <p:sldId id="2147473358" r:id="rId62"/>
    <p:sldId id="2147473325" r:id="rId63"/>
    <p:sldId id="295" r:id="rId64"/>
  </p:sldIdLst>
  <p:sldSz cx="12192000" cy="6858000"/>
  <p:notesSz cx="6858000" cy="9144000"/>
  <p:custDataLst>
    <p:tags r:id="rId67"/>
  </p:custDataLst>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 inndeling" id="{1DE90A4F-C885-E64D-90F5-FBE214EF7EED}">
          <p14:sldIdLst>
            <p14:sldId id="271"/>
            <p14:sldId id="257"/>
            <p14:sldId id="256"/>
            <p14:sldId id="2147473334"/>
            <p14:sldId id="267"/>
            <p14:sldId id="2147473364"/>
            <p14:sldId id="2147473365"/>
            <p14:sldId id="2147473373"/>
            <p14:sldId id="2147473336"/>
            <p14:sldId id="2147473309"/>
            <p14:sldId id="2147473335"/>
            <p14:sldId id="268"/>
            <p14:sldId id="2147473369"/>
            <p14:sldId id="264"/>
            <p14:sldId id="2147473301"/>
            <p14:sldId id="2147473302"/>
            <p14:sldId id="2147473303"/>
            <p14:sldId id="2147473304"/>
            <p14:sldId id="2147473306"/>
            <p14:sldId id="2147473371"/>
            <p14:sldId id="2147473372"/>
            <p14:sldId id="2147473370"/>
            <p14:sldId id="2147473374"/>
            <p14:sldId id="2147473375"/>
          </p14:sldIdLst>
        </p14:section>
        <p14:section name="innhold i dagen" id="{B637A892-73A0-C548-B754-04CD83E044DD}">
          <p14:sldIdLst>
            <p14:sldId id="2147473366"/>
            <p14:sldId id="2147473376"/>
            <p14:sldId id="2147473377"/>
            <p14:sldId id="2147473315"/>
            <p14:sldId id="2147473351"/>
            <p14:sldId id="2147473339"/>
            <p14:sldId id="2147473340"/>
            <p14:sldId id="2147473341"/>
            <p14:sldId id="2147473342"/>
            <p14:sldId id="2147473343"/>
            <p14:sldId id="2147473344"/>
            <p14:sldId id="2147473345"/>
            <p14:sldId id="2147473323"/>
            <p14:sldId id="2147473346"/>
            <p14:sldId id="2147473333"/>
            <p14:sldId id="2147473311"/>
            <p14:sldId id="280"/>
            <p14:sldId id="279"/>
            <p14:sldId id="282"/>
            <p14:sldId id="283"/>
            <p14:sldId id="284"/>
            <p14:sldId id="2147473352"/>
            <p14:sldId id="2147473353"/>
            <p14:sldId id="2147473354"/>
            <p14:sldId id="2147473355"/>
            <p14:sldId id="2147473347"/>
            <p14:sldId id="2147473348"/>
            <p14:sldId id="2147473349"/>
            <p14:sldId id="2147473361"/>
            <p14:sldId id="2147473350"/>
            <p14:sldId id="2147473359"/>
            <p14:sldId id="2147473360"/>
            <p14:sldId id="2147473356"/>
            <p14:sldId id="2147473357"/>
            <p14:sldId id="2147473362"/>
            <p14:sldId id="2147473363"/>
            <p14:sldId id="2147473358"/>
            <p14:sldId id="2147473325"/>
            <p14:sldId id="295"/>
            <p14:sldId id="29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01CCBE-F468-E2F5-1B7F-D86F19F45AB0}" name="Mari-Ann Letnes" initials="ML" userId="S::marialet@ntnu.no::471a8c04-4172-46e6-83fd-42e6258df80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1736A"/>
    <a:srgbClr val="3A2432"/>
    <a:srgbClr val="1D2A45"/>
    <a:srgbClr val="7E4962"/>
    <a:srgbClr val="1E2A45"/>
    <a:srgbClr val="B07A93"/>
    <a:srgbClr val="3A2433"/>
    <a:srgbClr val="7E4A62"/>
    <a:srgbClr val="E19CBE"/>
    <a:srgbClr val="E7E2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Ingen stil, tabellrutenett">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510"/>
    <p:restoredTop sz="96271"/>
  </p:normalViewPr>
  <p:slideViewPr>
    <p:cSldViewPr snapToGrid="0">
      <p:cViewPr>
        <p:scale>
          <a:sx n="73" d="100"/>
          <a:sy n="73" d="100"/>
        </p:scale>
        <p:origin x="600" y="1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6" Type="http://schemas.openxmlformats.org/officeDocument/2006/relationships/notesMaster" Target="notesMasters/notesMaster1.xml"/><Relationship Id="rId67" Type="http://schemas.openxmlformats.org/officeDocument/2006/relationships/tags" Target="tags/tag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microsoft.com/office/2016/11/relationships/changesInfo" Target="changesInfos/changesInfo1.xml"/><Relationship Id="rId73"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 Letnes" userId="471a8c04-4172-46e6-83fd-42e6258df800" providerId="ADAL" clId="{F8A90885-B191-520A-95A2-B3F5B3F69320}"/>
    <pc:docChg chg="undo custSel addSld delSld modSld sldOrd modSection">
      <pc:chgData name="Mari-Ann Letnes" userId="471a8c04-4172-46e6-83fd-42e6258df800" providerId="ADAL" clId="{F8A90885-B191-520A-95A2-B3F5B3F69320}" dt="2026-10-20T09:55:16.924" v="2253"/>
      <pc:docMkLst>
        <pc:docMk/>
      </pc:docMkLst>
      <pc:sldChg chg="del">
        <pc:chgData name="Mari-Ann Letnes" userId="471a8c04-4172-46e6-83fd-42e6258df800" providerId="ADAL" clId="{F8A90885-B191-520A-95A2-B3F5B3F69320}" dt="2026-10-19T18:22:23.135" v="1461" actId="2696"/>
        <pc:sldMkLst>
          <pc:docMk/>
          <pc:sldMk cId="436271853" sldId="264"/>
        </pc:sldMkLst>
      </pc:sldChg>
      <pc:sldChg chg="addSp delSp modSp add mod setBg delDesignElem">
        <pc:chgData name="Mari-Ann Letnes" userId="471a8c04-4172-46e6-83fd-42e6258df800" providerId="ADAL" clId="{F8A90885-B191-520A-95A2-B3F5B3F69320}" dt="2026-10-20T07:19:05.449" v="1587" actId="26606"/>
        <pc:sldMkLst>
          <pc:docMk/>
          <pc:sldMk cId="1469744821" sldId="264"/>
        </pc:sldMkLst>
        <pc:spChg chg="mod">
          <ac:chgData name="Mari-Ann Letnes" userId="471a8c04-4172-46e6-83fd-42e6258df800" providerId="ADAL" clId="{F8A90885-B191-520A-95A2-B3F5B3F69320}" dt="2026-10-20T07:19:05.449" v="1587" actId="26606"/>
          <ac:spMkLst>
            <pc:docMk/>
            <pc:sldMk cId="1469744821" sldId="264"/>
            <ac:spMk id="2" creationId="{BAD3182E-1185-EA7E-277A-91C91CCD2ABD}"/>
          </ac:spMkLst>
        </pc:spChg>
        <pc:spChg chg="del">
          <ac:chgData name="Mari-Ann Letnes" userId="471a8c04-4172-46e6-83fd-42e6258df800" providerId="ADAL" clId="{F8A90885-B191-520A-95A2-B3F5B3F69320}" dt="2026-10-19T18:22:33.970" v="1463"/>
          <ac:spMkLst>
            <pc:docMk/>
            <pc:sldMk cId="1469744821" sldId="264"/>
            <ac:spMk id="23" creationId="{9F7D5CDA-D291-4307-BF55-1381FED29634}"/>
          </ac:spMkLst>
        </pc:spChg>
        <pc:spChg chg="mod">
          <ac:chgData name="Mari-Ann Letnes" userId="471a8c04-4172-46e6-83fd-42e6258df800" providerId="ADAL" clId="{F8A90885-B191-520A-95A2-B3F5B3F69320}" dt="2026-10-20T07:19:05.449" v="1587" actId="26606"/>
          <ac:spMkLst>
            <pc:docMk/>
            <pc:sldMk cId="1469744821" sldId="264"/>
            <ac:spMk id="24" creationId="{F64C607F-F21D-8121-C5A0-4CF047D4776A}"/>
          </ac:spMkLst>
        </pc:spChg>
        <pc:spChg chg="add">
          <ac:chgData name="Mari-Ann Letnes" userId="471a8c04-4172-46e6-83fd-42e6258df800" providerId="ADAL" clId="{F8A90885-B191-520A-95A2-B3F5B3F69320}" dt="2026-10-20T07:19:05.449" v="1587" actId="26606"/>
          <ac:spMkLst>
            <pc:docMk/>
            <pc:sldMk cId="1469744821" sldId="264"/>
            <ac:spMk id="29" creationId="{04812C46-200A-4DEB-A05E-3ED6C68C2387}"/>
          </ac:spMkLst>
        </pc:spChg>
        <pc:spChg chg="add">
          <ac:chgData name="Mari-Ann Letnes" userId="471a8c04-4172-46e6-83fd-42e6258df800" providerId="ADAL" clId="{F8A90885-B191-520A-95A2-B3F5B3F69320}" dt="2026-10-20T07:19:05.449" v="1587" actId="26606"/>
          <ac:spMkLst>
            <pc:docMk/>
            <pc:sldMk cId="1469744821" sldId="264"/>
            <ac:spMk id="31" creationId="{D1EA859B-E555-4109-94F3-6700E046E008}"/>
          </ac:spMkLst>
        </pc:spChg>
        <pc:picChg chg="add mod ord">
          <ac:chgData name="Mari-Ann Letnes" userId="471a8c04-4172-46e6-83fd-42e6258df800" providerId="ADAL" clId="{F8A90885-B191-520A-95A2-B3F5B3F69320}" dt="2026-10-20T07:19:05.449" v="1587" actId="26606"/>
          <ac:picMkLst>
            <pc:docMk/>
            <pc:sldMk cId="1469744821" sldId="264"/>
            <ac:picMk id="3" creationId="{B689B3B2-A29F-B50D-A7CE-F129E7CC3898}"/>
          </ac:picMkLst>
        </pc:picChg>
        <pc:picChg chg="del">
          <ac:chgData name="Mari-Ann Letnes" userId="471a8c04-4172-46e6-83fd-42e6258df800" providerId="ADAL" clId="{F8A90885-B191-520A-95A2-B3F5B3F69320}" dt="2026-10-20T07:18:53.136" v="1584" actId="478"/>
          <ac:picMkLst>
            <pc:docMk/>
            <pc:sldMk cId="1469744821" sldId="264"/>
            <ac:picMk id="25" creationId="{9D2AC9A7-B821-34DC-A698-1DEDDF68E312}"/>
          </ac:picMkLst>
        </pc:picChg>
      </pc:sldChg>
      <pc:sldChg chg="add">
        <pc:chgData name="Mari-Ann Letnes" userId="471a8c04-4172-46e6-83fd-42e6258df800" providerId="ADAL" clId="{F8A90885-B191-520A-95A2-B3F5B3F69320}" dt="2026-10-20T06:32:08.906" v="1478"/>
        <pc:sldMkLst>
          <pc:docMk/>
          <pc:sldMk cId="576693973" sldId="267"/>
        </pc:sldMkLst>
      </pc:sldChg>
      <pc:sldChg chg="add del ord">
        <pc:chgData name="Mari-Ann Letnes" userId="471a8c04-4172-46e6-83fd-42e6258df800" providerId="ADAL" clId="{F8A90885-B191-520A-95A2-B3F5B3F69320}" dt="2026-10-20T06:32:05.145" v="1477" actId="2696"/>
        <pc:sldMkLst>
          <pc:docMk/>
          <pc:sldMk cId="1753841065" sldId="267"/>
        </pc:sldMkLst>
      </pc:sldChg>
      <pc:sldChg chg="del">
        <pc:chgData name="Mari-Ann Letnes" userId="471a8c04-4172-46e6-83fd-42e6258df800" providerId="ADAL" clId="{F8A90885-B191-520A-95A2-B3F5B3F69320}" dt="2026-10-19T18:22:23.135" v="1461" actId="2696"/>
        <pc:sldMkLst>
          <pc:docMk/>
          <pc:sldMk cId="2986347476" sldId="267"/>
        </pc:sldMkLst>
      </pc:sldChg>
      <pc:sldChg chg="add setBg">
        <pc:chgData name="Mari-Ann Letnes" userId="471a8c04-4172-46e6-83fd-42e6258df800" providerId="ADAL" clId="{F8A90885-B191-520A-95A2-B3F5B3F69320}" dt="2026-10-20T06:31:57.182" v="1475"/>
        <pc:sldMkLst>
          <pc:docMk/>
          <pc:sldMk cId="1012276438" sldId="268"/>
        </pc:sldMkLst>
      </pc:sldChg>
      <pc:sldChg chg="addSp delSp modSp del mod setBg">
        <pc:chgData name="Mari-Ann Letnes" userId="471a8c04-4172-46e6-83fd-42e6258df800" providerId="ADAL" clId="{F8A90885-B191-520A-95A2-B3F5B3F69320}" dt="2026-10-20T06:31:46.813" v="1474" actId="2696"/>
        <pc:sldMkLst>
          <pc:docMk/>
          <pc:sldMk cId="4122100381" sldId="268"/>
        </pc:sldMkLst>
        <pc:grpChg chg="del mod">
          <ac:chgData name="Mari-Ann Letnes" userId="471a8c04-4172-46e6-83fd-42e6258df800" providerId="ADAL" clId="{F8A90885-B191-520A-95A2-B3F5B3F69320}" dt="2026-10-19T15:43:47.264" v="1337" actId="478"/>
          <ac:grpSpMkLst>
            <pc:docMk/>
            <pc:sldMk cId="4122100381" sldId="268"/>
            <ac:grpSpMk id="7" creationId="{20DF60F2-6B19-EF70-079F-FBEFAEDAE810}"/>
          </ac:grpSpMkLst>
        </pc:grpChg>
        <pc:picChg chg="add del mod">
          <ac:chgData name="Mari-Ann Letnes" userId="471a8c04-4172-46e6-83fd-42e6258df800" providerId="ADAL" clId="{F8A90885-B191-520A-95A2-B3F5B3F69320}" dt="2026-10-19T18:15:53.852" v="1419" actId="478"/>
          <ac:picMkLst>
            <pc:docMk/>
            <pc:sldMk cId="4122100381" sldId="268"/>
            <ac:picMk id="9" creationId="{F6043D31-1F72-C3BD-3BA6-67BA920F4EE5}"/>
          </ac:picMkLst>
        </pc:picChg>
        <pc:picChg chg="add mod">
          <ac:chgData name="Mari-Ann Letnes" userId="471a8c04-4172-46e6-83fd-42e6258df800" providerId="ADAL" clId="{F8A90885-B191-520A-95A2-B3F5B3F69320}" dt="2026-10-19T18:17:07.958" v="1437" actId="1076"/>
          <ac:picMkLst>
            <pc:docMk/>
            <pc:sldMk cId="4122100381" sldId="268"/>
            <ac:picMk id="10" creationId="{E8BF57B8-B94E-FA24-77AB-36DD0EA4DEA1}"/>
          </ac:picMkLst>
        </pc:picChg>
        <pc:picChg chg="add mod">
          <ac:chgData name="Mari-Ann Letnes" userId="471a8c04-4172-46e6-83fd-42e6258df800" providerId="ADAL" clId="{F8A90885-B191-520A-95A2-B3F5B3F69320}" dt="2026-10-19T18:16:54.325" v="1433" actId="1076"/>
          <ac:picMkLst>
            <pc:docMk/>
            <pc:sldMk cId="4122100381" sldId="268"/>
            <ac:picMk id="11" creationId="{8AA29481-FBC7-220D-13D4-52E72756C686}"/>
          </ac:picMkLst>
        </pc:picChg>
        <pc:picChg chg="add mod">
          <ac:chgData name="Mari-Ann Letnes" userId="471a8c04-4172-46e6-83fd-42e6258df800" providerId="ADAL" clId="{F8A90885-B191-520A-95A2-B3F5B3F69320}" dt="2026-10-19T18:17:07.245" v="1436" actId="1076"/>
          <ac:picMkLst>
            <pc:docMk/>
            <pc:sldMk cId="4122100381" sldId="268"/>
            <ac:picMk id="12" creationId="{D26D1E7E-C8E7-D11F-BA8C-E565605FD466}"/>
          </ac:picMkLst>
        </pc:picChg>
        <pc:picChg chg="add mod">
          <ac:chgData name="Mari-Ann Letnes" userId="471a8c04-4172-46e6-83fd-42e6258df800" providerId="ADAL" clId="{F8A90885-B191-520A-95A2-B3F5B3F69320}" dt="2026-10-19T18:16:47.820" v="1431" actId="1076"/>
          <ac:picMkLst>
            <pc:docMk/>
            <pc:sldMk cId="4122100381" sldId="268"/>
            <ac:picMk id="13" creationId="{181985B4-0F71-4CE5-749A-5987A2225DA0}"/>
          </ac:picMkLst>
        </pc:picChg>
        <pc:picChg chg="add mod">
          <ac:chgData name="Mari-Ann Letnes" userId="471a8c04-4172-46e6-83fd-42e6258df800" providerId="ADAL" clId="{F8A90885-B191-520A-95A2-B3F5B3F69320}" dt="2026-10-19T18:16:45.358" v="1430" actId="1076"/>
          <ac:picMkLst>
            <pc:docMk/>
            <pc:sldMk cId="4122100381" sldId="268"/>
            <ac:picMk id="14" creationId="{FF126712-C18A-C6D2-E173-BDF3C4497DB7}"/>
          </ac:picMkLst>
        </pc:picChg>
        <pc:picChg chg="add mod">
          <ac:chgData name="Mari-Ann Letnes" userId="471a8c04-4172-46e6-83fd-42e6258df800" providerId="ADAL" clId="{F8A90885-B191-520A-95A2-B3F5B3F69320}" dt="2026-10-19T18:16:51.133" v="1432" actId="1076"/>
          <ac:picMkLst>
            <pc:docMk/>
            <pc:sldMk cId="4122100381" sldId="268"/>
            <ac:picMk id="15" creationId="{3F51CDC5-EBC9-20F9-1FB0-A5E06AD47D8E}"/>
          </ac:picMkLst>
        </pc:picChg>
        <pc:picChg chg="add">
          <ac:chgData name="Mari-Ann Letnes" userId="471a8c04-4172-46e6-83fd-42e6258df800" providerId="ADAL" clId="{F8A90885-B191-520A-95A2-B3F5B3F69320}" dt="2026-10-19T15:48:26.093" v="1377"/>
          <ac:picMkLst>
            <pc:docMk/>
            <pc:sldMk cId="4122100381" sldId="268"/>
            <ac:picMk id="16" creationId="{07A10A13-554B-1288-F35D-FBF65F8D6D58}"/>
          </ac:picMkLst>
        </pc:picChg>
        <pc:picChg chg="add mod">
          <ac:chgData name="Mari-Ann Letnes" userId="471a8c04-4172-46e6-83fd-42e6258df800" providerId="ADAL" clId="{F8A90885-B191-520A-95A2-B3F5B3F69320}" dt="2026-10-19T18:17:14.662" v="1438" actId="1076"/>
          <ac:picMkLst>
            <pc:docMk/>
            <pc:sldMk cId="4122100381" sldId="268"/>
            <ac:picMk id="17" creationId="{D58BACE1-8886-D6E0-623D-B6AB23EC1322}"/>
          </ac:picMkLst>
        </pc:picChg>
        <pc:picChg chg="add mod">
          <ac:chgData name="Mari-Ann Letnes" userId="471a8c04-4172-46e6-83fd-42e6258df800" providerId="ADAL" clId="{F8A90885-B191-520A-95A2-B3F5B3F69320}" dt="2026-10-19T15:51:04.263" v="1409" actId="1076"/>
          <ac:picMkLst>
            <pc:docMk/>
            <pc:sldMk cId="4122100381" sldId="268"/>
            <ac:picMk id="18" creationId="{8132812D-9210-A51E-0A4B-F8F960EBDACE}"/>
          </ac:picMkLst>
        </pc:picChg>
        <pc:picChg chg="add mod">
          <ac:chgData name="Mari-Ann Letnes" userId="471a8c04-4172-46e6-83fd-42e6258df800" providerId="ADAL" clId="{F8A90885-B191-520A-95A2-B3F5B3F69320}" dt="2026-10-20T06:31:24.031" v="1471" actId="14826"/>
          <ac:picMkLst>
            <pc:docMk/>
            <pc:sldMk cId="4122100381" sldId="268"/>
            <ac:picMk id="20" creationId="{CE69BEC2-3CD3-9241-CC36-EEB6B2CF7245}"/>
          </ac:picMkLst>
        </pc:picChg>
        <pc:picChg chg="add mod">
          <ac:chgData name="Mari-Ann Letnes" userId="471a8c04-4172-46e6-83fd-42e6258df800" providerId="ADAL" clId="{F8A90885-B191-520A-95A2-B3F5B3F69320}" dt="2026-10-19T18:17:19.617" v="1440"/>
          <ac:picMkLst>
            <pc:docMk/>
            <pc:sldMk cId="4122100381" sldId="268"/>
            <ac:picMk id="21" creationId="{8F2832DB-97D7-37D9-9502-F2CF8BB15E30}"/>
          </ac:picMkLst>
        </pc:picChg>
        <pc:picChg chg="add mod">
          <ac:chgData name="Mari-Ann Letnes" userId="471a8c04-4172-46e6-83fd-42e6258df800" providerId="ADAL" clId="{F8A90885-B191-520A-95A2-B3F5B3F69320}" dt="2026-10-20T06:29:20.706" v="1468"/>
          <ac:picMkLst>
            <pc:docMk/>
            <pc:sldMk cId="4122100381" sldId="268"/>
            <ac:picMk id="22" creationId="{C3CD478B-FA9E-2A11-6E29-C3A2E478B0A6}"/>
          </ac:picMkLst>
        </pc:picChg>
      </pc:sldChg>
      <pc:sldChg chg="modSp mod">
        <pc:chgData name="Mari-Ann Letnes" userId="471a8c04-4172-46e6-83fd-42e6258df800" providerId="ADAL" clId="{F8A90885-B191-520A-95A2-B3F5B3F69320}" dt="2026-10-18T14:49:48.006" v="13" actId="27636"/>
        <pc:sldMkLst>
          <pc:docMk/>
          <pc:sldMk cId="3083175297" sldId="271"/>
        </pc:sldMkLst>
        <pc:spChg chg="mod">
          <ac:chgData name="Mari-Ann Letnes" userId="471a8c04-4172-46e6-83fd-42e6258df800" providerId="ADAL" clId="{F8A90885-B191-520A-95A2-B3F5B3F69320}" dt="2026-10-18T14:49:48.006" v="13" actId="27636"/>
          <ac:spMkLst>
            <pc:docMk/>
            <pc:sldMk cId="3083175297" sldId="271"/>
            <ac:spMk id="17" creationId="{4E020337-90B6-09BF-8767-89D77FFD3CB8}"/>
          </ac:spMkLst>
        </pc:spChg>
      </pc:sldChg>
      <pc:sldChg chg="del">
        <pc:chgData name="Mari-Ann Letnes" userId="471a8c04-4172-46e6-83fd-42e6258df800" providerId="ADAL" clId="{F8A90885-B191-520A-95A2-B3F5B3F69320}" dt="2026-10-20T08:45:42.682" v="1685" actId="2696"/>
        <pc:sldMkLst>
          <pc:docMk/>
          <pc:sldMk cId="2074253573" sldId="281"/>
        </pc:sldMkLst>
      </pc:sldChg>
      <pc:sldChg chg="del">
        <pc:chgData name="Mari-Ann Letnes" userId="471a8c04-4172-46e6-83fd-42e6258df800" providerId="ADAL" clId="{F8A90885-B191-520A-95A2-B3F5B3F69320}" dt="2026-10-19T18:22:23.135" v="1461" actId="2696"/>
        <pc:sldMkLst>
          <pc:docMk/>
          <pc:sldMk cId="0" sldId="2147473301"/>
        </pc:sldMkLst>
      </pc:sldChg>
      <pc:sldChg chg="modSp add mod">
        <pc:chgData name="Mari-Ann Letnes" userId="471a8c04-4172-46e6-83fd-42e6258df800" providerId="ADAL" clId="{F8A90885-B191-520A-95A2-B3F5B3F69320}" dt="2026-10-20T07:12:12.525" v="1531" actId="2085"/>
        <pc:sldMkLst>
          <pc:docMk/>
          <pc:sldMk cId="2910130858" sldId="2147473301"/>
        </pc:sldMkLst>
        <pc:spChg chg="mod">
          <ac:chgData name="Mari-Ann Letnes" userId="471a8c04-4172-46e6-83fd-42e6258df800" providerId="ADAL" clId="{F8A90885-B191-520A-95A2-B3F5B3F69320}" dt="2026-10-20T07:11:03.014" v="1519" actId="207"/>
          <ac:spMkLst>
            <pc:docMk/>
            <pc:sldMk cId="2910130858" sldId="2147473301"/>
            <ac:spMk id="2" creationId="{00000000-0000-0000-0000-000000000000}"/>
          </ac:spMkLst>
        </pc:spChg>
        <pc:spChg chg="mod">
          <ac:chgData name="Mari-Ann Letnes" userId="471a8c04-4172-46e6-83fd-42e6258df800" providerId="ADAL" clId="{F8A90885-B191-520A-95A2-B3F5B3F69320}" dt="2026-10-20T07:11:51.188" v="1530" actId="208"/>
          <ac:spMkLst>
            <pc:docMk/>
            <pc:sldMk cId="2910130858" sldId="2147473301"/>
            <ac:spMk id="6" creationId="{00000000-0000-0000-0000-000000000000}"/>
          </ac:spMkLst>
        </pc:spChg>
        <pc:spChg chg="mod">
          <ac:chgData name="Mari-Ann Letnes" userId="471a8c04-4172-46e6-83fd-42e6258df800" providerId="ADAL" clId="{F8A90885-B191-520A-95A2-B3F5B3F69320}" dt="2026-10-20T07:11:25.346" v="1523" actId="207"/>
          <ac:spMkLst>
            <pc:docMk/>
            <pc:sldMk cId="2910130858" sldId="2147473301"/>
            <ac:spMk id="7" creationId="{00000000-0000-0000-0000-000000000000}"/>
          </ac:spMkLst>
        </pc:spChg>
        <pc:spChg chg="mod">
          <ac:chgData name="Mari-Ann Letnes" userId="471a8c04-4172-46e6-83fd-42e6258df800" providerId="ADAL" clId="{F8A90885-B191-520A-95A2-B3F5B3F69320}" dt="2026-10-20T07:11:25.346" v="1523" actId="207"/>
          <ac:spMkLst>
            <pc:docMk/>
            <pc:sldMk cId="2910130858" sldId="2147473301"/>
            <ac:spMk id="9" creationId="{00000000-0000-0000-0000-000000000000}"/>
          </ac:spMkLst>
        </pc:spChg>
        <pc:spChg chg="mod">
          <ac:chgData name="Mari-Ann Letnes" userId="471a8c04-4172-46e6-83fd-42e6258df800" providerId="ADAL" clId="{F8A90885-B191-520A-95A2-B3F5B3F69320}" dt="2026-10-20T07:11:35.089" v="1527" actId="207"/>
          <ac:spMkLst>
            <pc:docMk/>
            <pc:sldMk cId="2910130858" sldId="2147473301"/>
            <ac:spMk id="11" creationId="{00000000-0000-0000-0000-000000000000}"/>
          </ac:spMkLst>
        </pc:spChg>
        <pc:spChg chg="mod">
          <ac:chgData name="Mari-Ann Letnes" userId="471a8c04-4172-46e6-83fd-42e6258df800" providerId="ADAL" clId="{F8A90885-B191-520A-95A2-B3F5B3F69320}" dt="2026-10-20T07:11:11.506" v="1520" actId="208"/>
          <ac:spMkLst>
            <pc:docMk/>
            <pc:sldMk cId="2910130858" sldId="2147473301"/>
            <ac:spMk id="13" creationId="{00000000-0000-0000-0000-000000000000}"/>
          </ac:spMkLst>
        </pc:spChg>
        <pc:spChg chg="mod">
          <ac:chgData name="Mari-Ann Letnes" userId="471a8c04-4172-46e6-83fd-42e6258df800" providerId="ADAL" clId="{F8A90885-B191-520A-95A2-B3F5B3F69320}" dt="2026-10-20T07:12:12.525" v="1531" actId="2085"/>
          <ac:spMkLst>
            <pc:docMk/>
            <pc:sldMk cId="2910130858" sldId="2147473301"/>
            <ac:spMk id="14" creationId="{00000000-0000-0000-0000-000000000000}"/>
          </ac:spMkLst>
        </pc:spChg>
      </pc:sldChg>
      <pc:sldChg chg="del">
        <pc:chgData name="Mari-Ann Letnes" userId="471a8c04-4172-46e6-83fd-42e6258df800" providerId="ADAL" clId="{F8A90885-B191-520A-95A2-B3F5B3F69320}" dt="2026-10-19T18:22:23.135" v="1461" actId="2696"/>
        <pc:sldMkLst>
          <pc:docMk/>
          <pc:sldMk cId="0" sldId="2147473302"/>
        </pc:sldMkLst>
      </pc:sldChg>
      <pc:sldChg chg="modSp add mod">
        <pc:chgData name="Mari-Ann Letnes" userId="471a8c04-4172-46e6-83fd-42e6258df800" providerId="ADAL" clId="{F8A90885-B191-520A-95A2-B3F5B3F69320}" dt="2026-10-20T07:13:58.147" v="1552" actId="790"/>
        <pc:sldMkLst>
          <pc:docMk/>
          <pc:sldMk cId="2146326863" sldId="2147473302"/>
        </pc:sldMkLst>
        <pc:spChg chg="mod">
          <ac:chgData name="Mari-Ann Letnes" userId="471a8c04-4172-46e6-83fd-42e6258df800" providerId="ADAL" clId="{F8A90885-B191-520A-95A2-B3F5B3F69320}" dt="2026-10-20T07:13:58.147" v="1552" actId="790"/>
          <ac:spMkLst>
            <pc:docMk/>
            <pc:sldMk cId="2146326863" sldId="2147473302"/>
            <ac:spMk id="2"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4"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5"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6"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7"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9"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10"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11"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12" creationId="{00000000-0000-0000-0000-000000000000}"/>
          </ac:spMkLst>
        </pc:spChg>
        <pc:spChg chg="mod">
          <ac:chgData name="Mari-Ann Letnes" userId="471a8c04-4172-46e6-83fd-42e6258df800" providerId="ADAL" clId="{F8A90885-B191-520A-95A2-B3F5B3F69320}" dt="2026-10-20T07:13:58.147" v="1552" actId="790"/>
          <ac:spMkLst>
            <pc:docMk/>
            <pc:sldMk cId="2146326863" sldId="2147473302"/>
            <ac:spMk id="13" creationId="{00000000-0000-0000-0000-000000000000}"/>
          </ac:spMkLst>
        </pc:spChg>
        <pc:spChg chg="mod">
          <ac:chgData name="Mari-Ann Letnes" userId="471a8c04-4172-46e6-83fd-42e6258df800" providerId="ADAL" clId="{F8A90885-B191-520A-95A2-B3F5B3F69320}" dt="2026-10-20T07:13:49.439" v="1551" actId="20577"/>
          <ac:spMkLst>
            <pc:docMk/>
            <pc:sldMk cId="2146326863" sldId="2147473302"/>
            <ac:spMk id="17" creationId="{97632AC5-894A-EDB1-A0F9-D45DA17E3DF4}"/>
          </ac:spMkLst>
        </pc:spChg>
      </pc:sldChg>
      <pc:sldChg chg="del">
        <pc:chgData name="Mari-Ann Letnes" userId="471a8c04-4172-46e6-83fd-42e6258df800" providerId="ADAL" clId="{F8A90885-B191-520A-95A2-B3F5B3F69320}" dt="2026-10-19T18:22:23.135" v="1461" actId="2696"/>
        <pc:sldMkLst>
          <pc:docMk/>
          <pc:sldMk cId="0" sldId="2147473303"/>
        </pc:sldMkLst>
      </pc:sldChg>
      <pc:sldChg chg="modSp add mod">
        <pc:chgData name="Mari-Ann Letnes" userId="471a8c04-4172-46e6-83fd-42e6258df800" providerId="ADAL" clId="{F8A90885-B191-520A-95A2-B3F5B3F69320}" dt="2026-10-20T07:14:44.200" v="1557" actId="208"/>
        <pc:sldMkLst>
          <pc:docMk/>
          <pc:sldMk cId="141487975" sldId="2147473303"/>
        </pc:sldMkLst>
        <pc:spChg chg="mod">
          <ac:chgData name="Mari-Ann Letnes" userId="471a8c04-4172-46e6-83fd-42e6258df800" providerId="ADAL" clId="{F8A90885-B191-520A-95A2-B3F5B3F69320}" dt="2026-10-20T07:14:17.631" v="1553" actId="207"/>
          <ac:spMkLst>
            <pc:docMk/>
            <pc:sldMk cId="141487975" sldId="2147473303"/>
            <ac:spMk id="2" creationId="{00000000-0000-0000-0000-000000000000}"/>
          </ac:spMkLst>
        </pc:spChg>
        <pc:spChg chg="mod">
          <ac:chgData name="Mari-Ann Letnes" userId="471a8c04-4172-46e6-83fd-42e6258df800" providerId="ADAL" clId="{F8A90885-B191-520A-95A2-B3F5B3F69320}" dt="2026-10-20T07:14:17.631" v="1553" actId="207"/>
          <ac:spMkLst>
            <pc:docMk/>
            <pc:sldMk cId="141487975" sldId="2147473303"/>
            <ac:spMk id="6" creationId="{00000000-0000-0000-0000-000000000000}"/>
          </ac:spMkLst>
        </pc:spChg>
        <pc:spChg chg="mod">
          <ac:chgData name="Mari-Ann Letnes" userId="471a8c04-4172-46e6-83fd-42e6258df800" providerId="ADAL" clId="{F8A90885-B191-520A-95A2-B3F5B3F69320}" dt="2026-10-20T07:14:30.016" v="1554" actId="207"/>
          <ac:spMkLst>
            <pc:docMk/>
            <pc:sldMk cId="141487975" sldId="2147473303"/>
            <ac:spMk id="7" creationId="{00000000-0000-0000-0000-000000000000}"/>
          </ac:spMkLst>
        </pc:spChg>
        <pc:spChg chg="mod">
          <ac:chgData name="Mari-Ann Letnes" userId="471a8c04-4172-46e6-83fd-42e6258df800" providerId="ADAL" clId="{F8A90885-B191-520A-95A2-B3F5B3F69320}" dt="2026-10-20T07:14:32.425" v="1555" actId="207"/>
          <ac:spMkLst>
            <pc:docMk/>
            <pc:sldMk cId="141487975" sldId="2147473303"/>
            <ac:spMk id="9" creationId="{00000000-0000-0000-0000-000000000000}"/>
          </ac:spMkLst>
        </pc:spChg>
        <pc:spChg chg="mod">
          <ac:chgData name="Mari-Ann Letnes" userId="471a8c04-4172-46e6-83fd-42e6258df800" providerId="ADAL" clId="{F8A90885-B191-520A-95A2-B3F5B3F69320}" dt="2026-10-20T07:14:37.809" v="1556" actId="207"/>
          <ac:spMkLst>
            <pc:docMk/>
            <pc:sldMk cId="141487975" sldId="2147473303"/>
            <ac:spMk id="11" creationId="{00000000-0000-0000-0000-000000000000}"/>
          </ac:spMkLst>
        </pc:spChg>
        <pc:spChg chg="mod">
          <ac:chgData name="Mari-Ann Letnes" userId="471a8c04-4172-46e6-83fd-42e6258df800" providerId="ADAL" clId="{F8A90885-B191-520A-95A2-B3F5B3F69320}" dt="2026-10-20T07:14:44.200" v="1557" actId="208"/>
          <ac:spMkLst>
            <pc:docMk/>
            <pc:sldMk cId="141487975" sldId="2147473303"/>
            <ac:spMk id="13" creationId="{00000000-0000-0000-0000-000000000000}"/>
          </ac:spMkLst>
        </pc:spChg>
      </pc:sldChg>
      <pc:sldChg chg="del">
        <pc:chgData name="Mari-Ann Letnes" userId="471a8c04-4172-46e6-83fd-42e6258df800" providerId="ADAL" clId="{F8A90885-B191-520A-95A2-B3F5B3F69320}" dt="2026-10-19T18:22:23.135" v="1461" actId="2696"/>
        <pc:sldMkLst>
          <pc:docMk/>
          <pc:sldMk cId="0" sldId="2147473304"/>
        </pc:sldMkLst>
      </pc:sldChg>
      <pc:sldChg chg="modSp add mod">
        <pc:chgData name="Mari-Ann Letnes" userId="471a8c04-4172-46e6-83fd-42e6258df800" providerId="ADAL" clId="{F8A90885-B191-520A-95A2-B3F5B3F69320}" dt="2026-10-20T07:15:50.608" v="1566" actId="207"/>
        <pc:sldMkLst>
          <pc:docMk/>
          <pc:sldMk cId="1381314401" sldId="2147473304"/>
        </pc:sldMkLst>
        <pc:spChg chg="mod">
          <ac:chgData name="Mari-Ann Letnes" userId="471a8c04-4172-46e6-83fd-42e6258df800" providerId="ADAL" clId="{F8A90885-B191-520A-95A2-B3F5B3F69320}" dt="2026-10-20T07:15:17.767" v="1561" actId="207"/>
          <ac:spMkLst>
            <pc:docMk/>
            <pc:sldMk cId="1381314401" sldId="2147473304"/>
            <ac:spMk id="2" creationId="{00000000-0000-0000-0000-000000000000}"/>
          </ac:spMkLst>
        </pc:spChg>
        <pc:spChg chg="mod">
          <ac:chgData name="Mari-Ann Letnes" userId="471a8c04-4172-46e6-83fd-42e6258df800" providerId="ADAL" clId="{F8A90885-B191-520A-95A2-B3F5B3F69320}" dt="2026-10-20T07:15:22.708" v="1562" actId="208"/>
          <ac:spMkLst>
            <pc:docMk/>
            <pc:sldMk cId="1381314401" sldId="2147473304"/>
            <ac:spMk id="6" creationId="{00000000-0000-0000-0000-000000000000}"/>
          </ac:spMkLst>
        </pc:spChg>
        <pc:spChg chg="mod">
          <ac:chgData name="Mari-Ann Letnes" userId="471a8c04-4172-46e6-83fd-42e6258df800" providerId="ADAL" clId="{F8A90885-B191-520A-95A2-B3F5B3F69320}" dt="2026-10-20T07:15:43.924" v="1564" actId="207"/>
          <ac:spMkLst>
            <pc:docMk/>
            <pc:sldMk cId="1381314401" sldId="2147473304"/>
            <ac:spMk id="7" creationId="{00000000-0000-0000-0000-000000000000}"/>
          </ac:spMkLst>
        </pc:spChg>
        <pc:spChg chg="mod">
          <ac:chgData name="Mari-Ann Letnes" userId="471a8c04-4172-46e6-83fd-42e6258df800" providerId="ADAL" clId="{F8A90885-B191-520A-95A2-B3F5B3F69320}" dt="2026-10-20T07:15:47.766" v="1565" actId="207"/>
          <ac:spMkLst>
            <pc:docMk/>
            <pc:sldMk cId="1381314401" sldId="2147473304"/>
            <ac:spMk id="9" creationId="{00000000-0000-0000-0000-000000000000}"/>
          </ac:spMkLst>
        </pc:spChg>
        <pc:spChg chg="mod">
          <ac:chgData name="Mari-Ann Letnes" userId="471a8c04-4172-46e6-83fd-42e6258df800" providerId="ADAL" clId="{F8A90885-B191-520A-95A2-B3F5B3F69320}" dt="2026-10-20T07:15:50.608" v="1566" actId="207"/>
          <ac:spMkLst>
            <pc:docMk/>
            <pc:sldMk cId="1381314401" sldId="2147473304"/>
            <ac:spMk id="11" creationId="{00000000-0000-0000-0000-000000000000}"/>
          </ac:spMkLst>
        </pc:spChg>
        <pc:spChg chg="mod">
          <ac:chgData name="Mari-Ann Letnes" userId="471a8c04-4172-46e6-83fd-42e6258df800" providerId="ADAL" clId="{F8A90885-B191-520A-95A2-B3F5B3F69320}" dt="2026-10-20T07:15:26.604" v="1563" actId="208"/>
          <ac:spMkLst>
            <pc:docMk/>
            <pc:sldMk cId="1381314401" sldId="2147473304"/>
            <ac:spMk id="13" creationId="{00000000-0000-0000-0000-000000000000}"/>
          </ac:spMkLst>
        </pc:spChg>
      </pc:sldChg>
      <pc:sldChg chg="del">
        <pc:chgData name="Mari-Ann Letnes" userId="471a8c04-4172-46e6-83fd-42e6258df800" providerId="ADAL" clId="{F8A90885-B191-520A-95A2-B3F5B3F69320}" dt="2026-10-19T18:22:23.135" v="1461" actId="2696"/>
        <pc:sldMkLst>
          <pc:docMk/>
          <pc:sldMk cId="2493336552" sldId="2147473306"/>
        </pc:sldMkLst>
      </pc:sldChg>
      <pc:sldChg chg="addSp delSp modSp add mod">
        <pc:chgData name="Mari-Ann Letnes" userId="471a8c04-4172-46e6-83fd-42e6258df800" providerId="ADAL" clId="{F8A90885-B191-520A-95A2-B3F5B3F69320}" dt="2026-10-20T07:19:23.867" v="1588" actId="1076"/>
        <pc:sldMkLst>
          <pc:docMk/>
          <pc:sldMk cId="3565353092" sldId="2147473306"/>
        </pc:sldMkLst>
        <pc:spChg chg="mod">
          <ac:chgData name="Mari-Ann Letnes" userId="471a8c04-4172-46e6-83fd-42e6258df800" providerId="ADAL" clId="{F8A90885-B191-520A-95A2-B3F5B3F69320}" dt="2026-10-20T07:17:32.549" v="1572" actId="208"/>
          <ac:spMkLst>
            <pc:docMk/>
            <pc:sldMk cId="3565353092" sldId="2147473306"/>
            <ac:spMk id="2" creationId="{D23FBEF1-5B30-70AB-0C87-9816690195D7}"/>
          </ac:spMkLst>
        </pc:spChg>
        <pc:spChg chg="mod">
          <ac:chgData name="Mari-Ann Letnes" userId="471a8c04-4172-46e6-83fd-42e6258df800" providerId="ADAL" clId="{F8A90885-B191-520A-95A2-B3F5B3F69320}" dt="2026-10-20T07:17:35.835" v="1573" actId="208"/>
          <ac:spMkLst>
            <pc:docMk/>
            <pc:sldMk cId="3565353092" sldId="2147473306"/>
            <ac:spMk id="3" creationId="{082529FD-683F-46E5-CC62-7C2C5E1747B8}"/>
          </ac:spMkLst>
        </pc:spChg>
        <pc:spChg chg="mod">
          <ac:chgData name="Mari-Ann Letnes" userId="471a8c04-4172-46e6-83fd-42e6258df800" providerId="ADAL" clId="{F8A90885-B191-520A-95A2-B3F5B3F69320}" dt="2026-10-20T07:17:58.043" v="1576" actId="208"/>
          <ac:spMkLst>
            <pc:docMk/>
            <pc:sldMk cId="3565353092" sldId="2147473306"/>
            <ac:spMk id="7" creationId="{579920E0-2E86-FE62-670E-9AB62786394F}"/>
          </ac:spMkLst>
        </pc:spChg>
        <pc:spChg chg="mod">
          <ac:chgData name="Mari-Ann Letnes" userId="471a8c04-4172-46e6-83fd-42e6258df800" providerId="ADAL" clId="{F8A90885-B191-520A-95A2-B3F5B3F69320}" dt="2026-10-20T07:18:05.352" v="1577" actId="208"/>
          <ac:spMkLst>
            <pc:docMk/>
            <pc:sldMk cId="3565353092" sldId="2147473306"/>
            <ac:spMk id="22" creationId="{A0302545-E043-DCED-ED32-3A36E2550D97}"/>
          </ac:spMkLst>
        </pc:spChg>
        <pc:spChg chg="mod">
          <ac:chgData name="Mari-Ann Letnes" userId="471a8c04-4172-46e6-83fd-42e6258df800" providerId="ADAL" clId="{F8A90885-B191-520A-95A2-B3F5B3F69320}" dt="2026-10-20T07:18:19.674" v="1579" actId="208"/>
          <ac:spMkLst>
            <pc:docMk/>
            <pc:sldMk cId="3565353092" sldId="2147473306"/>
            <ac:spMk id="25" creationId="{308F3AFC-3E22-E8F8-2C01-74E3AA5BFCB2}"/>
          </ac:spMkLst>
        </pc:spChg>
        <pc:spChg chg="mod">
          <ac:chgData name="Mari-Ann Letnes" userId="471a8c04-4172-46e6-83fd-42e6258df800" providerId="ADAL" clId="{F8A90885-B191-520A-95A2-B3F5B3F69320}" dt="2026-10-20T07:18:26.151" v="1580" actId="208"/>
          <ac:spMkLst>
            <pc:docMk/>
            <pc:sldMk cId="3565353092" sldId="2147473306"/>
            <ac:spMk id="26" creationId="{6E4E0AC4-D536-A4B7-C448-FB5505C1FA6C}"/>
          </ac:spMkLst>
        </pc:spChg>
        <pc:spChg chg="mod">
          <ac:chgData name="Mari-Ann Letnes" userId="471a8c04-4172-46e6-83fd-42e6258df800" providerId="ADAL" clId="{F8A90885-B191-520A-95A2-B3F5B3F69320}" dt="2026-10-20T07:18:40.660" v="1583" actId="208"/>
          <ac:spMkLst>
            <pc:docMk/>
            <pc:sldMk cId="3565353092" sldId="2147473306"/>
            <ac:spMk id="29" creationId="{4C951C76-281A-20EC-A679-6441C89B0F0F}"/>
          </ac:spMkLst>
        </pc:spChg>
        <pc:spChg chg="mod">
          <ac:chgData name="Mari-Ann Letnes" userId="471a8c04-4172-46e6-83fd-42e6258df800" providerId="ADAL" clId="{F8A90885-B191-520A-95A2-B3F5B3F69320}" dt="2026-10-20T07:18:37.081" v="1582" actId="208"/>
          <ac:spMkLst>
            <pc:docMk/>
            <pc:sldMk cId="3565353092" sldId="2147473306"/>
            <ac:spMk id="30" creationId="{64BB0A50-3901-A6D4-5F6B-189AE68F70E9}"/>
          </ac:spMkLst>
        </pc:spChg>
        <pc:picChg chg="add mod">
          <ac:chgData name="Mari-Ann Letnes" userId="471a8c04-4172-46e6-83fd-42e6258df800" providerId="ADAL" clId="{F8A90885-B191-520A-95A2-B3F5B3F69320}" dt="2026-10-20T07:17:03.851" v="1570" actId="167"/>
          <ac:picMkLst>
            <pc:docMk/>
            <pc:sldMk cId="3565353092" sldId="2147473306"/>
            <ac:picMk id="5" creationId="{FD4F1DB7-96F2-DA94-7397-2766A6BE9EA0}"/>
          </ac:picMkLst>
        </pc:picChg>
        <pc:picChg chg="mod">
          <ac:chgData name="Mari-Ann Letnes" userId="471a8c04-4172-46e6-83fd-42e6258df800" providerId="ADAL" clId="{F8A90885-B191-520A-95A2-B3F5B3F69320}" dt="2026-10-20T07:19:23.867" v="1588" actId="1076"/>
          <ac:picMkLst>
            <pc:docMk/>
            <pc:sldMk cId="3565353092" sldId="2147473306"/>
            <ac:picMk id="8" creationId="{A1B5854D-02A1-F395-03D1-ED0E65265D31}"/>
          </ac:picMkLst>
        </pc:picChg>
        <pc:picChg chg="del">
          <ac:chgData name="Mari-Ann Letnes" userId="471a8c04-4172-46e6-83fd-42e6258df800" providerId="ADAL" clId="{F8A90885-B191-520A-95A2-B3F5B3F69320}" dt="2026-10-20T07:16:52.964" v="1567" actId="478"/>
          <ac:picMkLst>
            <pc:docMk/>
            <pc:sldMk cId="3565353092" sldId="2147473306"/>
            <ac:picMk id="9" creationId="{AE99CF6B-68E8-BEFB-4EA4-0C93B905DEBA}"/>
          </ac:picMkLst>
        </pc:picChg>
      </pc:sldChg>
      <pc:sldChg chg="add">
        <pc:chgData name="Mari-Ann Letnes" userId="471a8c04-4172-46e6-83fd-42e6258df800" providerId="ADAL" clId="{F8A90885-B191-520A-95A2-B3F5B3F69320}" dt="2026-10-19T18:22:46.566" v="1465"/>
        <pc:sldMkLst>
          <pc:docMk/>
          <pc:sldMk cId="2377331569" sldId="2147473309"/>
        </pc:sldMkLst>
      </pc:sldChg>
      <pc:sldChg chg="addSp delSp modSp add del mod setBg">
        <pc:chgData name="Mari-Ann Letnes" userId="471a8c04-4172-46e6-83fd-42e6258df800" providerId="ADAL" clId="{F8A90885-B191-520A-95A2-B3F5B3F69320}" dt="2026-10-19T18:22:42.408" v="1464" actId="2696"/>
        <pc:sldMkLst>
          <pc:docMk/>
          <pc:sldMk cId="3632415059" sldId="2147473309"/>
        </pc:sldMkLst>
      </pc:sldChg>
      <pc:sldChg chg="modSp del mod ord">
        <pc:chgData name="Mari-Ann Letnes" userId="471a8c04-4172-46e6-83fd-42e6258df800" providerId="ADAL" clId="{F8A90885-B191-520A-95A2-B3F5B3F69320}" dt="2026-10-20T08:45:08.819" v="1683" actId="2696"/>
        <pc:sldMkLst>
          <pc:docMk/>
          <pc:sldMk cId="181173388" sldId="2147473310"/>
        </pc:sldMkLst>
      </pc:sldChg>
      <pc:sldChg chg="addSp delSp modSp mod">
        <pc:chgData name="Mari-Ann Letnes" userId="471a8c04-4172-46e6-83fd-42e6258df800" providerId="ADAL" clId="{F8A90885-B191-520A-95A2-B3F5B3F69320}" dt="2026-10-19T13:50:40.085" v="1327" actId="1076"/>
        <pc:sldMkLst>
          <pc:docMk/>
          <pc:sldMk cId="2969797812" sldId="2147473311"/>
        </pc:sldMkLst>
        <pc:spChg chg="mod">
          <ac:chgData name="Mari-Ann Letnes" userId="471a8c04-4172-46e6-83fd-42e6258df800" providerId="ADAL" clId="{F8A90885-B191-520A-95A2-B3F5B3F69320}" dt="2026-10-19T13:50:40.085" v="1327" actId="1076"/>
          <ac:spMkLst>
            <pc:docMk/>
            <pc:sldMk cId="2969797812" sldId="2147473311"/>
            <ac:spMk id="6" creationId="{94BA910C-0755-D2D2-0CF7-72B23C3BA8D6}"/>
          </ac:spMkLst>
        </pc:spChg>
        <pc:picChg chg="add mod">
          <ac:chgData name="Mari-Ann Letnes" userId="471a8c04-4172-46e6-83fd-42e6258df800" providerId="ADAL" clId="{F8A90885-B191-520A-95A2-B3F5B3F69320}" dt="2026-10-19T13:47:35.588" v="163" actId="14100"/>
          <ac:picMkLst>
            <pc:docMk/>
            <pc:sldMk cId="2969797812" sldId="2147473311"/>
            <ac:picMk id="2" creationId="{996E1E15-92D6-E8BE-FB6D-BBA3A9EC1390}"/>
          </ac:picMkLst>
        </pc:picChg>
        <pc:picChg chg="del">
          <ac:chgData name="Mari-Ann Letnes" userId="471a8c04-4172-46e6-83fd-42e6258df800" providerId="ADAL" clId="{F8A90885-B191-520A-95A2-B3F5B3F69320}" dt="2026-10-19T13:47:25.939" v="160" actId="478"/>
          <ac:picMkLst>
            <pc:docMk/>
            <pc:sldMk cId="2969797812" sldId="2147473311"/>
            <ac:picMk id="3" creationId="{3ACA03B9-8241-1C0E-63EC-6CBDC8A7A4BD}"/>
          </ac:picMkLst>
        </pc:picChg>
      </pc:sldChg>
      <pc:sldChg chg="modSp mod ord">
        <pc:chgData name="Mari-Ann Letnes" userId="471a8c04-4172-46e6-83fd-42e6258df800" providerId="ADAL" clId="{F8A90885-B191-520A-95A2-B3F5B3F69320}" dt="2026-10-20T08:51:08.877" v="1697" actId="207"/>
        <pc:sldMkLst>
          <pc:docMk/>
          <pc:sldMk cId="0" sldId="2147473315"/>
        </pc:sldMkLst>
        <pc:spChg chg="mod">
          <ac:chgData name="Mari-Ann Letnes" userId="471a8c04-4172-46e6-83fd-42e6258df800" providerId="ADAL" clId="{F8A90885-B191-520A-95A2-B3F5B3F69320}" dt="2026-10-20T08:50:48.470" v="1693" actId="207"/>
          <ac:spMkLst>
            <pc:docMk/>
            <pc:sldMk cId="0" sldId="2147473315"/>
            <ac:spMk id="3" creationId="{00000000-0000-0000-0000-000000000000}"/>
          </ac:spMkLst>
        </pc:spChg>
        <pc:spChg chg="mod">
          <ac:chgData name="Mari-Ann Letnes" userId="471a8c04-4172-46e6-83fd-42e6258df800" providerId="ADAL" clId="{F8A90885-B191-520A-95A2-B3F5B3F69320}" dt="2026-10-20T08:50:54.203" v="1694" actId="208"/>
          <ac:spMkLst>
            <pc:docMk/>
            <pc:sldMk cId="0" sldId="2147473315"/>
            <ac:spMk id="5" creationId="{00000000-0000-0000-0000-000000000000}"/>
          </ac:spMkLst>
        </pc:spChg>
        <pc:spChg chg="mod">
          <ac:chgData name="Mari-Ann Letnes" userId="471a8c04-4172-46e6-83fd-42e6258df800" providerId="ADAL" clId="{F8A90885-B191-520A-95A2-B3F5B3F69320}" dt="2026-10-20T08:51:04.564" v="1696" actId="208"/>
          <ac:spMkLst>
            <pc:docMk/>
            <pc:sldMk cId="0" sldId="2147473315"/>
            <ac:spMk id="8" creationId="{00000000-0000-0000-0000-000000000000}"/>
          </ac:spMkLst>
        </pc:spChg>
        <pc:spChg chg="mod">
          <ac:chgData name="Mari-Ann Letnes" userId="471a8c04-4172-46e6-83fd-42e6258df800" providerId="ADAL" clId="{F8A90885-B191-520A-95A2-B3F5B3F69320}" dt="2026-10-20T08:50:58.153" v="1695" actId="207"/>
          <ac:spMkLst>
            <pc:docMk/>
            <pc:sldMk cId="0" sldId="2147473315"/>
            <ac:spMk id="11" creationId="{00000000-0000-0000-0000-000000000000}"/>
          </ac:spMkLst>
        </pc:spChg>
        <pc:spChg chg="mod">
          <ac:chgData name="Mari-Ann Letnes" userId="471a8c04-4172-46e6-83fd-42e6258df800" providerId="ADAL" clId="{F8A90885-B191-520A-95A2-B3F5B3F69320}" dt="2026-10-20T08:51:08.877" v="1697" actId="207"/>
          <ac:spMkLst>
            <pc:docMk/>
            <pc:sldMk cId="0" sldId="2147473315"/>
            <ac:spMk id="12" creationId="{00000000-0000-0000-0000-000000000000}"/>
          </ac:spMkLst>
        </pc:spChg>
      </pc:sldChg>
      <pc:sldChg chg="del ord">
        <pc:chgData name="Mari-Ann Letnes" userId="471a8c04-4172-46e6-83fd-42e6258df800" providerId="ADAL" clId="{F8A90885-B191-520A-95A2-B3F5B3F69320}" dt="2026-10-20T08:45:08.821" v="1684" actId="2696"/>
        <pc:sldMkLst>
          <pc:docMk/>
          <pc:sldMk cId="3823053647" sldId="2147473326"/>
        </pc:sldMkLst>
      </pc:sldChg>
      <pc:sldChg chg="modSp mod">
        <pc:chgData name="Mari-Ann Letnes" userId="471a8c04-4172-46e6-83fd-42e6258df800" providerId="ADAL" clId="{F8A90885-B191-520A-95A2-B3F5B3F69320}" dt="2026-10-19T15:16:20.966" v="1334" actId="14100"/>
        <pc:sldMkLst>
          <pc:docMk/>
          <pc:sldMk cId="753741478" sldId="2147473334"/>
        </pc:sldMkLst>
        <pc:spChg chg="mod">
          <ac:chgData name="Mari-Ann Letnes" userId="471a8c04-4172-46e6-83fd-42e6258df800" providerId="ADAL" clId="{F8A90885-B191-520A-95A2-B3F5B3F69320}" dt="2026-10-19T15:16:20.966" v="1334" actId="14100"/>
          <ac:spMkLst>
            <pc:docMk/>
            <pc:sldMk cId="753741478" sldId="2147473334"/>
            <ac:spMk id="3" creationId="{C92CECA2-AB7A-47C5-97CF-547AD37404D9}"/>
          </ac:spMkLst>
        </pc:spChg>
      </pc:sldChg>
      <pc:sldChg chg="delSp modSp mod ord setBg">
        <pc:chgData name="Mari-Ann Letnes" userId="471a8c04-4172-46e6-83fd-42e6258df800" providerId="ADAL" clId="{F8A90885-B191-520A-95A2-B3F5B3F69320}" dt="2026-10-20T07:03:14.710" v="1517"/>
        <pc:sldMkLst>
          <pc:docMk/>
          <pc:sldMk cId="0" sldId="2147473335"/>
        </pc:sldMkLst>
        <pc:spChg chg="mod">
          <ac:chgData name="Mari-Ann Letnes" userId="471a8c04-4172-46e6-83fd-42e6258df800" providerId="ADAL" clId="{F8A90885-B191-520A-95A2-B3F5B3F69320}" dt="2026-10-20T06:49:45.060" v="1479"/>
          <ac:spMkLst>
            <pc:docMk/>
            <pc:sldMk cId="0" sldId="2147473335"/>
            <ac:spMk id="2" creationId="{00000000-0000-0000-0000-000000000000}"/>
          </ac:spMkLst>
        </pc:spChg>
        <pc:spChg chg="mod">
          <ac:chgData name="Mari-Ann Letnes" userId="471a8c04-4172-46e6-83fd-42e6258df800" providerId="ADAL" clId="{F8A90885-B191-520A-95A2-B3F5B3F69320}" dt="2026-10-20T07:02:07.195" v="1516" actId="207"/>
          <ac:spMkLst>
            <pc:docMk/>
            <pc:sldMk cId="0" sldId="2147473335"/>
            <ac:spMk id="3" creationId="{00000000-0000-0000-0000-000000000000}"/>
          </ac:spMkLst>
        </pc:spChg>
        <pc:spChg chg="del">
          <ac:chgData name="Mari-Ann Letnes" userId="471a8c04-4172-46e6-83fd-42e6258df800" providerId="ADAL" clId="{F8A90885-B191-520A-95A2-B3F5B3F69320}" dt="2026-10-20T06:49:50.818" v="1480" actId="478"/>
          <ac:spMkLst>
            <pc:docMk/>
            <pc:sldMk cId="0" sldId="2147473335"/>
            <ac:spMk id="4" creationId="{00000000-0000-0000-0000-000000000000}"/>
          </ac:spMkLst>
        </pc:spChg>
        <pc:spChg chg="mod">
          <ac:chgData name="Mari-Ann Letnes" userId="471a8c04-4172-46e6-83fd-42e6258df800" providerId="ADAL" clId="{F8A90885-B191-520A-95A2-B3F5B3F69320}" dt="2026-10-20T06:57:46.717" v="1500" actId="207"/>
          <ac:spMkLst>
            <pc:docMk/>
            <pc:sldMk cId="0" sldId="2147473335"/>
            <ac:spMk id="5" creationId="{00000000-0000-0000-0000-000000000000}"/>
          </ac:spMkLst>
        </pc:spChg>
        <pc:spChg chg="mod">
          <ac:chgData name="Mari-Ann Letnes" userId="471a8c04-4172-46e6-83fd-42e6258df800" providerId="ADAL" clId="{F8A90885-B191-520A-95A2-B3F5B3F69320}" dt="2026-10-20T06:57:52.811" v="1501" actId="1076"/>
          <ac:spMkLst>
            <pc:docMk/>
            <pc:sldMk cId="0" sldId="2147473335"/>
            <ac:spMk id="6" creationId="{00000000-0000-0000-0000-000000000000}"/>
          </ac:spMkLst>
        </pc:spChg>
        <pc:spChg chg="mod">
          <ac:chgData name="Mari-Ann Letnes" userId="471a8c04-4172-46e6-83fd-42e6258df800" providerId="ADAL" clId="{F8A90885-B191-520A-95A2-B3F5B3F69320}" dt="2026-10-20T06:58:08.799" v="1502" actId="2085"/>
          <ac:spMkLst>
            <pc:docMk/>
            <pc:sldMk cId="0" sldId="2147473335"/>
            <ac:spMk id="7" creationId="{00000000-0000-0000-0000-000000000000}"/>
          </ac:spMkLst>
        </pc:spChg>
        <pc:spChg chg="mod">
          <ac:chgData name="Mari-Ann Letnes" userId="471a8c04-4172-46e6-83fd-42e6258df800" providerId="ADAL" clId="{F8A90885-B191-520A-95A2-B3F5B3F69320}" dt="2026-10-20T06:57:22.539" v="1496" actId="207"/>
          <ac:spMkLst>
            <pc:docMk/>
            <pc:sldMk cId="0" sldId="2147473335"/>
            <ac:spMk id="8" creationId="{00000000-0000-0000-0000-000000000000}"/>
          </ac:spMkLst>
        </pc:spChg>
        <pc:spChg chg="mod">
          <ac:chgData name="Mari-Ann Letnes" userId="471a8c04-4172-46e6-83fd-42e6258df800" providerId="ADAL" clId="{F8A90885-B191-520A-95A2-B3F5B3F69320}" dt="2026-10-20T06:59:06.952" v="1507" actId="207"/>
          <ac:spMkLst>
            <pc:docMk/>
            <pc:sldMk cId="0" sldId="2147473335"/>
            <ac:spMk id="9" creationId="{00000000-0000-0000-0000-000000000000}"/>
          </ac:spMkLst>
        </pc:spChg>
        <pc:spChg chg="mod">
          <ac:chgData name="Mari-Ann Letnes" userId="471a8c04-4172-46e6-83fd-42e6258df800" providerId="ADAL" clId="{F8A90885-B191-520A-95A2-B3F5B3F69320}" dt="2026-10-20T06:59:13.382" v="1508" actId="1076"/>
          <ac:spMkLst>
            <pc:docMk/>
            <pc:sldMk cId="0" sldId="2147473335"/>
            <ac:spMk id="10" creationId="{00000000-0000-0000-0000-000000000000}"/>
          </ac:spMkLst>
        </pc:spChg>
        <pc:spChg chg="mod">
          <ac:chgData name="Mari-Ann Letnes" userId="471a8c04-4172-46e6-83fd-42e6258df800" providerId="ADAL" clId="{F8A90885-B191-520A-95A2-B3F5B3F69320}" dt="2026-10-20T06:58:58.112" v="1505" actId="207"/>
          <ac:spMkLst>
            <pc:docMk/>
            <pc:sldMk cId="0" sldId="2147473335"/>
            <ac:spMk id="11" creationId="{00000000-0000-0000-0000-000000000000}"/>
          </ac:spMkLst>
        </pc:spChg>
        <pc:spChg chg="mod">
          <ac:chgData name="Mari-Ann Letnes" userId="471a8c04-4172-46e6-83fd-42e6258df800" providerId="ADAL" clId="{F8A90885-B191-520A-95A2-B3F5B3F69320}" dt="2026-10-20T06:59:20.345" v="1509" actId="207"/>
          <ac:spMkLst>
            <pc:docMk/>
            <pc:sldMk cId="0" sldId="2147473335"/>
            <ac:spMk id="12" creationId="{00000000-0000-0000-0000-000000000000}"/>
          </ac:spMkLst>
        </pc:spChg>
        <pc:spChg chg="mod">
          <ac:chgData name="Mari-Ann Letnes" userId="471a8c04-4172-46e6-83fd-42e6258df800" providerId="ADAL" clId="{F8A90885-B191-520A-95A2-B3F5B3F69320}" dt="2026-10-20T07:00:09.413" v="1513" actId="207"/>
          <ac:spMkLst>
            <pc:docMk/>
            <pc:sldMk cId="0" sldId="2147473335"/>
            <ac:spMk id="13" creationId="{00000000-0000-0000-0000-000000000000}"/>
          </ac:spMkLst>
        </pc:spChg>
        <pc:spChg chg="mod">
          <ac:chgData name="Mari-Ann Letnes" userId="471a8c04-4172-46e6-83fd-42e6258df800" providerId="ADAL" clId="{F8A90885-B191-520A-95A2-B3F5B3F69320}" dt="2026-10-20T07:00:14.610" v="1514" actId="1076"/>
          <ac:spMkLst>
            <pc:docMk/>
            <pc:sldMk cId="0" sldId="2147473335"/>
            <ac:spMk id="14" creationId="{00000000-0000-0000-0000-000000000000}"/>
          </ac:spMkLst>
        </pc:spChg>
        <pc:spChg chg="mod">
          <ac:chgData name="Mari-Ann Letnes" userId="471a8c04-4172-46e6-83fd-42e6258df800" providerId="ADAL" clId="{F8A90885-B191-520A-95A2-B3F5B3F69320}" dt="2026-10-20T06:59:53.832" v="1510" actId="207"/>
          <ac:spMkLst>
            <pc:docMk/>
            <pc:sldMk cId="0" sldId="2147473335"/>
            <ac:spMk id="15" creationId="{00000000-0000-0000-0000-000000000000}"/>
          </ac:spMkLst>
        </pc:spChg>
        <pc:spChg chg="mod">
          <ac:chgData name="Mari-Ann Letnes" userId="471a8c04-4172-46e6-83fd-42e6258df800" providerId="ADAL" clId="{F8A90885-B191-520A-95A2-B3F5B3F69320}" dt="2026-10-20T07:00:01.047" v="1511" actId="207"/>
          <ac:spMkLst>
            <pc:docMk/>
            <pc:sldMk cId="0" sldId="2147473335"/>
            <ac:spMk id="16" creationId="{00000000-0000-0000-0000-000000000000}"/>
          </ac:spMkLst>
        </pc:spChg>
      </pc:sldChg>
      <pc:sldChg chg="addSp delSp modSp del mod">
        <pc:chgData name="Mari-Ann Letnes" userId="471a8c04-4172-46e6-83fd-42e6258df800" providerId="ADAL" clId="{F8A90885-B191-520A-95A2-B3F5B3F69320}" dt="2026-10-19T18:22:42.408" v="1464" actId="2696"/>
        <pc:sldMkLst>
          <pc:docMk/>
          <pc:sldMk cId="0" sldId="2147473336"/>
        </pc:sldMkLst>
        <pc:spChg chg="mod">
          <ac:chgData name="Mari-Ann Letnes" userId="471a8c04-4172-46e6-83fd-42e6258df800" providerId="ADAL" clId="{F8A90885-B191-520A-95A2-B3F5B3F69320}" dt="2026-10-19T13:46:39.114" v="154" actId="14826"/>
          <ac:spMkLst>
            <pc:docMk/>
            <pc:sldMk cId="0" sldId="2147473336"/>
            <ac:spMk id="16" creationId="{00000000-0000-0000-0000-000000000000}"/>
          </ac:spMkLst>
        </pc:spChg>
        <pc:spChg chg="mod">
          <ac:chgData name="Mari-Ann Letnes" userId="471a8c04-4172-46e6-83fd-42e6258df800" providerId="ADAL" clId="{F8A90885-B191-520A-95A2-B3F5B3F69320}" dt="2026-10-19T13:46:39.114" v="154" actId="14826"/>
          <ac:spMkLst>
            <pc:docMk/>
            <pc:sldMk cId="0" sldId="2147473336"/>
            <ac:spMk id="17" creationId="{00000000-0000-0000-0000-000000000000}"/>
          </ac:spMkLst>
        </pc:spChg>
        <pc:grpChg chg="add mod">
          <ac:chgData name="Mari-Ann Letnes" userId="471a8c04-4172-46e6-83fd-42e6258df800" providerId="ADAL" clId="{F8A90885-B191-520A-95A2-B3F5B3F69320}" dt="2026-10-19T13:46:39.114" v="154" actId="14826"/>
          <ac:grpSpMkLst>
            <pc:docMk/>
            <pc:sldMk cId="0" sldId="2147473336"/>
            <ac:grpSpMk id="31" creationId="{38D7E8C4-C2E1-2E7D-E12B-F3FC28B233AD}"/>
          </ac:grpSpMkLst>
        </pc:grpChg>
        <pc:picChg chg="add del mod">
          <ac:chgData name="Mari-Ann Letnes" userId="471a8c04-4172-46e6-83fd-42e6258df800" providerId="ADAL" clId="{F8A90885-B191-520A-95A2-B3F5B3F69320}" dt="2026-10-19T13:47:14.628" v="158" actId="21"/>
          <ac:picMkLst>
            <pc:docMk/>
            <pc:sldMk cId="0" sldId="2147473336"/>
            <ac:picMk id="5" creationId="{CCD05284-26C0-9255-C19F-1B678502CFDC}"/>
          </ac:picMkLst>
        </pc:picChg>
        <pc:picChg chg="add mod modCrop">
          <ac:chgData name="Mari-Ann Letnes" userId="471a8c04-4172-46e6-83fd-42e6258df800" providerId="ADAL" clId="{F8A90885-B191-520A-95A2-B3F5B3F69320}" dt="2026-10-19T13:46:50.804" v="155" actId="18131"/>
          <ac:picMkLst>
            <pc:docMk/>
            <pc:sldMk cId="0" sldId="2147473336"/>
            <ac:picMk id="30" creationId="{F9A28ED2-C2DE-8002-4F84-7F20516761BA}"/>
          </ac:picMkLst>
        </pc:picChg>
      </pc:sldChg>
      <pc:sldChg chg="add">
        <pc:chgData name="Mari-Ann Letnes" userId="471a8c04-4172-46e6-83fd-42e6258df800" providerId="ADAL" clId="{F8A90885-B191-520A-95A2-B3F5B3F69320}" dt="2026-10-19T18:22:46.566" v="1465"/>
        <pc:sldMkLst>
          <pc:docMk/>
          <pc:sldMk cId="2018311677" sldId="2147473336"/>
        </pc:sldMkLst>
      </pc:sldChg>
      <pc:sldChg chg="del">
        <pc:chgData name="Mari-Ann Letnes" userId="471a8c04-4172-46e6-83fd-42e6258df800" providerId="ADAL" clId="{F8A90885-B191-520A-95A2-B3F5B3F69320}" dt="2026-10-20T08:43:00.321" v="1678" actId="2696"/>
        <pc:sldMkLst>
          <pc:docMk/>
          <pc:sldMk cId="0" sldId="2147473337"/>
        </pc:sldMkLst>
      </pc:sldChg>
      <pc:sldChg chg="del">
        <pc:chgData name="Mari-Ann Letnes" userId="471a8c04-4172-46e6-83fd-42e6258df800" providerId="ADAL" clId="{F8A90885-B191-520A-95A2-B3F5B3F69320}" dt="2026-10-19T15:10:44.280" v="1332" actId="2696"/>
        <pc:sldMkLst>
          <pc:docMk/>
          <pc:sldMk cId="0" sldId="2147473338"/>
        </pc:sldMkLst>
      </pc:sldChg>
      <pc:sldChg chg="mod modShow">
        <pc:chgData name="Mari-Ann Letnes" userId="471a8c04-4172-46e6-83fd-42e6258df800" providerId="ADAL" clId="{F8A90885-B191-520A-95A2-B3F5B3F69320}" dt="2026-10-20T08:43:23.834" v="1680" actId="34476"/>
        <pc:sldMkLst>
          <pc:docMk/>
          <pc:sldMk cId="0" sldId="2147473339"/>
        </pc:sldMkLst>
      </pc:sldChg>
      <pc:sldChg chg="mod modShow">
        <pc:chgData name="Mari-Ann Letnes" userId="471a8c04-4172-46e6-83fd-42e6258df800" providerId="ADAL" clId="{F8A90885-B191-520A-95A2-B3F5B3F69320}" dt="2026-10-20T08:43:30.376" v="1681" actId="34476"/>
        <pc:sldMkLst>
          <pc:docMk/>
          <pc:sldMk cId="0" sldId="2147473340"/>
        </pc:sldMkLst>
      </pc:sldChg>
      <pc:sldChg chg="ord">
        <pc:chgData name="Mari-Ann Letnes" userId="471a8c04-4172-46e6-83fd-42e6258df800" providerId="ADAL" clId="{F8A90885-B191-520A-95A2-B3F5B3F69320}" dt="2026-10-20T08:43:07.840" v="1679" actId="20578"/>
        <pc:sldMkLst>
          <pc:docMk/>
          <pc:sldMk cId="0" sldId="2147473351"/>
        </pc:sldMkLst>
      </pc:sldChg>
      <pc:sldChg chg="addSp modSp new mod ord">
        <pc:chgData name="Mari-Ann Letnes" userId="471a8c04-4172-46e6-83fd-42e6258df800" providerId="ADAL" clId="{F8A90885-B191-520A-95A2-B3F5B3F69320}" dt="2026-10-19T13:51:09.287" v="1328"/>
        <pc:sldMkLst>
          <pc:docMk/>
          <pc:sldMk cId="953620200" sldId="2147473364"/>
        </pc:sldMkLst>
        <pc:graphicFrameChg chg="add mod">
          <ac:chgData name="Mari-Ann Letnes" userId="471a8c04-4172-46e6-83fd-42e6258df800" providerId="ADAL" clId="{F8A90885-B191-520A-95A2-B3F5B3F69320}" dt="2026-10-19T13:51:09.287" v="1328"/>
          <ac:graphicFrameMkLst>
            <pc:docMk/>
            <pc:sldMk cId="953620200" sldId="2147473364"/>
            <ac:graphicFrameMk id="2" creationId="{F5579E13-0F97-4145-7A0C-F5B2DC811247}"/>
          </ac:graphicFrameMkLst>
        </pc:graphicFrameChg>
      </pc:sldChg>
      <pc:sldChg chg="modSp add mod">
        <pc:chgData name="Mari-Ann Letnes" userId="471a8c04-4172-46e6-83fd-42e6258df800" providerId="ADAL" clId="{F8A90885-B191-520A-95A2-B3F5B3F69320}" dt="2026-10-19T13:51:39.290" v="1329"/>
        <pc:sldMkLst>
          <pc:docMk/>
          <pc:sldMk cId="2938198682" sldId="2147473365"/>
        </pc:sldMkLst>
        <pc:graphicFrameChg chg="mod">
          <ac:chgData name="Mari-Ann Letnes" userId="471a8c04-4172-46e6-83fd-42e6258df800" providerId="ADAL" clId="{F8A90885-B191-520A-95A2-B3F5B3F69320}" dt="2026-10-19T13:51:39.290" v="1329"/>
          <ac:graphicFrameMkLst>
            <pc:docMk/>
            <pc:sldMk cId="2938198682" sldId="2147473365"/>
            <ac:graphicFrameMk id="2" creationId="{E3A412BE-431C-85D0-3699-BCC97AE88686}"/>
          </ac:graphicFrameMkLst>
        </pc:graphicFrameChg>
      </pc:sldChg>
      <pc:sldChg chg="modSp add mod">
        <pc:chgData name="Mari-Ann Letnes" userId="471a8c04-4172-46e6-83fd-42e6258df800" providerId="ADAL" clId="{F8A90885-B191-520A-95A2-B3F5B3F69320}" dt="2026-10-20T07:44:46.313" v="1677" actId="20577"/>
        <pc:sldMkLst>
          <pc:docMk/>
          <pc:sldMk cId="4097131465" sldId="2147473366"/>
        </pc:sldMkLst>
        <pc:spChg chg="mod">
          <ac:chgData name="Mari-Ann Letnes" userId="471a8c04-4172-46e6-83fd-42e6258df800" providerId="ADAL" clId="{F8A90885-B191-520A-95A2-B3F5B3F69320}" dt="2026-10-20T07:42:35.958" v="1661" actId="207"/>
          <ac:spMkLst>
            <pc:docMk/>
            <pc:sldMk cId="4097131465" sldId="2147473366"/>
            <ac:spMk id="2"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3"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5"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6"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8" creationId="{00000000-0000-0000-0000-000000000000}"/>
          </ac:spMkLst>
        </pc:spChg>
        <pc:spChg chg="mod">
          <ac:chgData name="Mari-Ann Letnes" userId="471a8c04-4172-46e6-83fd-42e6258df800" providerId="ADAL" clId="{F8A90885-B191-520A-95A2-B3F5B3F69320}" dt="2026-10-20T07:44:46.313" v="1677" actId="20577"/>
          <ac:spMkLst>
            <pc:docMk/>
            <pc:sldMk cId="4097131465" sldId="2147473366"/>
            <ac:spMk id="9"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10" creationId="{00000000-0000-0000-0000-000000000000}"/>
          </ac:spMkLst>
        </pc:spChg>
        <pc:spChg chg="mod">
          <ac:chgData name="Mari-Ann Letnes" userId="471a8c04-4172-46e6-83fd-42e6258df800" providerId="ADAL" clId="{F8A90885-B191-520A-95A2-B3F5B3F69320}" dt="2026-10-20T07:43:02.171" v="1664" actId="207"/>
          <ac:spMkLst>
            <pc:docMk/>
            <pc:sldMk cId="4097131465" sldId="2147473366"/>
            <ac:spMk id="11"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12"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13"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14"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16" creationId="{00000000-0000-0000-0000-000000000000}"/>
          </ac:spMkLst>
        </pc:spChg>
        <pc:spChg chg="mod">
          <ac:chgData name="Mari-Ann Letnes" userId="471a8c04-4172-46e6-83fd-42e6258df800" providerId="ADAL" clId="{F8A90885-B191-520A-95A2-B3F5B3F69320}" dt="2026-10-20T07:43:30.589" v="1668" actId="207"/>
          <ac:spMkLst>
            <pc:docMk/>
            <pc:sldMk cId="4097131465" sldId="2147473366"/>
            <ac:spMk id="18" creationId="{00000000-0000-0000-0000-000000000000}"/>
          </ac:spMkLst>
        </pc:spChg>
        <pc:spChg chg="mod">
          <ac:chgData name="Mari-Ann Letnes" userId="471a8c04-4172-46e6-83fd-42e6258df800" providerId="ADAL" clId="{F8A90885-B191-520A-95A2-B3F5B3F69320}" dt="2026-10-20T07:43:37.479" v="1669" actId="207"/>
          <ac:spMkLst>
            <pc:docMk/>
            <pc:sldMk cId="4097131465" sldId="2147473366"/>
            <ac:spMk id="19" creationId="{00000000-0000-0000-0000-000000000000}"/>
          </ac:spMkLst>
        </pc:spChg>
        <pc:spChg chg="mod">
          <ac:chgData name="Mari-Ann Letnes" userId="471a8c04-4172-46e6-83fd-42e6258df800" providerId="ADAL" clId="{F8A90885-B191-520A-95A2-B3F5B3F69320}" dt="2026-10-20T07:43:06.803" v="1665" actId="207"/>
          <ac:spMkLst>
            <pc:docMk/>
            <pc:sldMk cId="4097131465" sldId="2147473366"/>
            <ac:spMk id="24" creationId="{00000000-0000-0000-0000-000000000000}"/>
          </ac:spMkLst>
        </pc:spChg>
        <pc:spChg chg="mod">
          <ac:chgData name="Mari-Ann Letnes" userId="471a8c04-4172-46e6-83fd-42e6258df800" providerId="ADAL" clId="{F8A90885-B191-520A-95A2-B3F5B3F69320}" dt="2026-10-20T07:43:47.664" v="1670" actId="790"/>
          <ac:spMkLst>
            <pc:docMk/>
            <pc:sldMk cId="4097131465" sldId="2147473366"/>
            <ac:spMk id="25" creationId="{00000000-0000-0000-0000-000000000000}"/>
          </ac:spMkLst>
        </pc:spChg>
      </pc:sldChg>
      <pc:sldChg chg="add del">
        <pc:chgData name="Mari-Ann Letnes" userId="471a8c04-4172-46e6-83fd-42e6258df800" providerId="ADAL" clId="{F8A90885-B191-520A-95A2-B3F5B3F69320}" dt="2026-10-20T08:46:50.127" v="1687" actId="2696"/>
        <pc:sldMkLst>
          <pc:docMk/>
          <pc:sldMk cId="1325506177" sldId="2147473367"/>
        </pc:sldMkLst>
      </pc:sldChg>
      <pc:sldChg chg="add del">
        <pc:chgData name="Mari-Ann Letnes" userId="471a8c04-4172-46e6-83fd-42e6258df800" providerId="ADAL" clId="{F8A90885-B191-520A-95A2-B3F5B3F69320}" dt="2026-10-20T08:46:50.143" v="1688" actId="2696"/>
        <pc:sldMkLst>
          <pc:docMk/>
          <pc:sldMk cId="4060867033" sldId="2147473368"/>
        </pc:sldMkLst>
      </pc:sldChg>
      <pc:sldChg chg="modSp add del mod ord modTransition setBg">
        <pc:chgData name="Mari-Ann Letnes" userId="471a8c04-4172-46e6-83fd-42e6258df800" providerId="ADAL" clId="{F8A90885-B191-520A-95A2-B3F5B3F69320}" dt="2026-10-20T06:31:46.813" v="1474" actId="2696"/>
        <pc:sldMkLst>
          <pc:docMk/>
          <pc:sldMk cId="3816431348" sldId="2147473369"/>
        </pc:sldMkLst>
        <pc:picChg chg="mod">
          <ac:chgData name="Mari-Ann Letnes" userId="471a8c04-4172-46e6-83fd-42e6258df800" providerId="ADAL" clId="{F8A90885-B191-520A-95A2-B3F5B3F69320}" dt="2026-10-19T18:18:27.703" v="1458" actId="1076"/>
          <ac:picMkLst>
            <pc:docMk/>
            <pc:sldMk cId="3816431348" sldId="2147473369"/>
            <ac:picMk id="10" creationId="{4153572A-A030-3513-5CA4-8FD102DAED1C}"/>
          </ac:picMkLst>
        </pc:picChg>
        <pc:picChg chg="mod">
          <ac:chgData name="Mari-Ann Letnes" userId="471a8c04-4172-46e6-83fd-42e6258df800" providerId="ADAL" clId="{F8A90885-B191-520A-95A2-B3F5B3F69320}" dt="2026-10-19T18:18:23.645" v="1455" actId="1076"/>
          <ac:picMkLst>
            <pc:docMk/>
            <pc:sldMk cId="3816431348" sldId="2147473369"/>
            <ac:picMk id="11" creationId="{25DBEFBF-8C4B-0528-CB90-018A5A98EA9B}"/>
          </ac:picMkLst>
        </pc:picChg>
        <pc:picChg chg="mod">
          <ac:chgData name="Mari-Ann Letnes" userId="471a8c04-4172-46e6-83fd-42e6258df800" providerId="ADAL" clId="{F8A90885-B191-520A-95A2-B3F5B3F69320}" dt="2026-10-19T18:17:33.345" v="1443" actId="1076"/>
          <ac:picMkLst>
            <pc:docMk/>
            <pc:sldMk cId="3816431348" sldId="2147473369"/>
            <ac:picMk id="12" creationId="{675CA71B-4480-6B1E-7A8D-4EAA97FD289F}"/>
          </ac:picMkLst>
        </pc:picChg>
        <pc:picChg chg="mod">
          <ac:chgData name="Mari-Ann Letnes" userId="471a8c04-4172-46e6-83fd-42e6258df800" providerId="ADAL" clId="{F8A90885-B191-520A-95A2-B3F5B3F69320}" dt="2026-10-19T18:18:26.486" v="1457" actId="1076"/>
          <ac:picMkLst>
            <pc:docMk/>
            <pc:sldMk cId="3816431348" sldId="2147473369"/>
            <ac:picMk id="13" creationId="{F3D47223-FBD6-F686-86F5-ED7DE1997E2E}"/>
          </ac:picMkLst>
        </pc:picChg>
        <pc:picChg chg="mod">
          <ac:chgData name="Mari-Ann Letnes" userId="471a8c04-4172-46e6-83fd-42e6258df800" providerId="ADAL" clId="{F8A90885-B191-520A-95A2-B3F5B3F69320}" dt="2026-10-19T18:18:25.220" v="1456" actId="1076"/>
          <ac:picMkLst>
            <pc:docMk/>
            <pc:sldMk cId="3816431348" sldId="2147473369"/>
            <ac:picMk id="14" creationId="{4E25E91D-AA42-708A-8BE6-E52AA73F61E3}"/>
          </ac:picMkLst>
        </pc:picChg>
        <pc:picChg chg="mod">
          <ac:chgData name="Mari-Ann Letnes" userId="471a8c04-4172-46e6-83fd-42e6258df800" providerId="ADAL" clId="{F8A90885-B191-520A-95A2-B3F5B3F69320}" dt="2026-10-19T18:18:22.212" v="1454" actId="1076"/>
          <ac:picMkLst>
            <pc:docMk/>
            <pc:sldMk cId="3816431348" sldId="2147473369"/>
            <ac:picMk id="15" creationId="{8C75F002-A518-2277-79D1-4580BAD69CB2}"/>
          </ac:picMkLst>
        </pc:picChg>
        <pc:picChg chg="mod">
          <ac:chgData name="Mari-Ann Letnes" userId="471a8c04-4172-46e6-83fd-42e6258df800" providerId="ADAL" clId="{F8A90885-B191-520A-95A2-B3F5B3F69320}" dt="2026-10-19T18:17:34.706" v="1444" actId="1076"/>
          <ac:picMkLst>
            <pc:docMk/>
            <pc:sldMk cId="3816431348" sldId="2147473369"/>
            <ac:picMk id="17" creationId="{6E6B203E-5812-BAC3-E3CB-30A23EB1BB37}"/>
          </ac:picMkLst>
        </pc:picChg>
        <pc:picChg chg="mod">
          <ac:chgData name="Mari-Ann Letnes" userId="471a8c04-4172-46e6-83fd-42e6258df800" providerId="ADAL" clId="{F8A90885-B191-520A-95A2-B3F5B3F69320}" dt="2026-10-19T18:18:16.237" v="1452" actId="1076"/>
          <ac:picMkLst>
            <pc:docMk/>
            <pc:sldMk cId="3816431348" sldId="2147473369"/>
            <ac:picMk id="18" creationId="{328B88AC-36E2-38A1-352E-136D7F51D8A2}"/>
          </ac:picMkLst>
        </pc:picChg>
        <pc:picChg chg="mod">
          <ac:chgData name="Mari-Ann Letnes" userId="471a8c04-4172-46e6-83fd-42e6258df800" providerId="ADAL" clId="{F8A90885-B191-520A-95A2-B3F5B3F69320}" dt="2026-10-20T06:31:41.293" v="1473" actId="14826"/>
          <ac:picMkLst>
            <pc:docMk/>
            <pc:sldMk cId="3816431348" sldId="2147473369"/>
            <ac:picMk id="20" creationId="{A725ACAD-8D7C-2040-1D67-1AF7F2ECF3E7}"/>
          </ac:picMkLst>
        </pc:picChg>
      </pc:sldChg>
      <pc:sldChg chg="modSp add mod setBg">
        <pc:chgData name="Mari-Ann Letnes" userId="471a8c04-4172-46e6-83fd-42e6258df800" providerId="ADAL" clId="{F8A90885-B191-520A-95A2-B3F5B3F69320}" dt="2026-10-20T07:03:50.432" v="1518" actId="1076"/>
        <pc:sldMkLst>
          <pc:docMk/>
          <pc:sldMk cId="4134152657" sldId="2147473369"/>
        </pc:sldMkLst>
        <pc:picChg chg="mod">
          <ac:chgData name="Mari-Ann Letnes" userId="471a8c04-4172-46e6-83fd-42e6258df800" providerId="ADAL" clId="{F8A90885-B191-520A-95A2-B3F5B3F69320}" dt="2026-10-20T07:03:50.432" v="1518" actId="1076"/>
          <ac:picMkLst>
            <pc:docMk/>
            <pc:sldMk cId="4134152657" sldId="2147473369"/>
            <ac:picMk id="13" creationId="{F3D47223-FBD6-F686-86F5-ED7DE1997E2E}"/>
          </ac:picMkLst>
        </pc:picChg>
      </pc:sldChg>
      <pc:sldChg chg="add setBg">
        <pc:chgData name="Mari-Ann Letnes" userId="471a8c04-4172-46e6-83fd-42e6258df800" providerId="ADAL" clId="{F8A90885-B191-520A-95A2-B3F5B3F69320}" dt="2026-10-20T06:29:03.022" v="1466"/>
        <pc:sldMkLst>
          <pc:docMk/>
          <pc:sldMk cId="0" sldId="2147473370"/>
        </pc:sldMkLst>
      </pc:sldChg>
      <pc:sldChg chg="add">
        <pc:chgData name="Mari-Ann Letnes" userId="471a8c04-4172-46e6-83fd-42e6258df800" providerId="ADAL" clId="{F8A90885-B191-520A-95A2-B3F5B3F69320}" dt="2026-10-20T06:29:23.789" v="1469" actId="2890"/>
        <pc:sldMkLst>
          <pc:docMk/>
          <pc:sldMk cId="2458071241" sldId="2147473371"/>
        </pc:sldMkLst>
      </pc:sldChg>
      <pc:sldChg chg="add">
        <pc:chgData name="Mari-Ann Letnes" userId="471a8c04-4172-46e6-83fd-42e6258df800" providerId="ADAL" clId="{F8A90885-B191-520A-95A2-B3F5B3F69320}" dt="2026-10-20T06:29:31.865" v="1470" actId="2890"/>
        <pc:sldMkLst>
          <pc:docMk/>
          <pc:sldMk cId="1182776789" sldId="2147473372"/>
        </pc:sldMkLst>
      </pc:sldChg>
      <pc:sldChg chg="addSp modSp new mod">
        <pc:chgData name="Mari-Ann Letnes" userId="471a8c04-4172-46e6-83fd-42e6258df800" providerId="ADAL" clId="{F8A90885-B191-520A-95A2-B3F5B3F69320}" dt="2026-10-20T07:38:26.052" v="1596" actId="1076"/>
        <pc:sldMkLst>
          <pc:docMk/>
          <pc:sldMk cId="1928601897" sldId="2147473373"/>
        </pc:sldMkLst>
        <pc:picChg chg="add mod">
          <ac:chgData name="Mari-Ann Letnes" userId="471a8c04-4172-46e6-83fd-42e6258df800" providerId="ADAL" clId="{F8A90885-B191-520A-95A2-B3F5B3F69320}" dt="2026-10-20T07:38:11.620" v="1591" actId="1076"/>
          <ac:picMkLst>
            <pc:docMk/>
            <pc:sldMk cId="1928601897" sldId="2147473373"/>
            <ac:picMk id="2" creationId="{25E6214D-876D-806F-222C-810F0B39B46C}"/>
          </ac:picMkLst>
        </pc:picChg>
        <pc:picChg chg="add mod">
          <ac:chgData name="Mari-Ann Letnes" userId="471a8c04-4172-46e6-83fd-42e6258df800" providerId="ADAL" clId="{F8A90885-B191-520A-95A2-B3F5B3F69320}" dt="2026-10-20T07:38:18.219" v="1593" actId="1076"/>
          <ac:picMkLst>
            <pc:docMk/>
            <pc:sldMk cId="1928601897" sldId="2147473373"/>
            <ac:picMk id="3" creationId="{21D546AA-B421-1119-E0E9-6F87C771C877}"/>
          </ac:picMkLst>
        </pc:picChg>
        <pc:picChg chg="add mod">
          <ac:chgData name="Mari-Ann Letnes" userId="471a8c04-4172-46e6-83fd-42e6258df800" providerId="ADAL" clId="{F8A90885-B191-520A-95A2-B3F5B3F69320}" dt="2026-10-20T07:38:26.052" v="1596" actId="1076"/>
          <ac:picMkLst>
            <pc:docMk/>
            <pc:sldMk cId="1928601897" sldId="2147473373"/>
            <ac:picMk id="4" creationId="{6C00A67A-646A-6794-41EB-3C1419F06593}"/>
          </ac:picMkLst>
        </pc:picChg>
      </pc:sldChg>
      <pc:sldChg chg="modSp add mod">
        <pc:chgData name="Mari-Ann Letnes" userId="471a8c04-4172-46e6-83fd-42e6258df800" providerId="ADAL" clId="{F8A90885-B191-520A-95A2-B3F5B3F69320}" dt="2026-10-20T07:39:26.725" v="1598" actId="208"/>
        <pc:sldMkLst>
          <pc:docMk/>
          <pc:sldMk cId="1828516539" sldId="2147473374"/>
        </pc:sldMkLst>
        <pc:spChg chg="mod">
          <ac:chgData name="Mari-Ann Letnes" userId="471a8c04-4172-46e6-83fd-42e6258df800" providerId="ADAL" clId="{F8A90885-B191-520A-95A2-B3F5B3F69320}" dt="2026-10-20T07:39:26.725" v="1598" actId="208"/>
          <ac:spMkLst>
            <pc:docMk/>
            <pc:sldMk cId="1828516539" sldId="2147473374"/>
            <ac:spMk id="3" creationId="{6A89AA11-0C95-EB56-DFE3-6B4AC2687A9F}"/>
          </ac:spMkLst>
        </pc:spChg>
      </pc:sldChg>
      <pc:sldChg chg="delSp modSp add mod modTransition">
        <pc:chgData name="Mari-Ann Letnes" userId="471a8c04-4172-46e6-83fd-42e6258df800" providerId="ADAL" clId="{F8A90885-B191-520A-95A2-B3F5B3F69320}" dt="2026-10-20T07:43:59.227" v="1671"/>
        <pc:sldMkLst>
          <pc:docMk/>
          <pc:sldMk cId="4156751290" sldId="2147473375"/>
        </pc:sldMkLst>
        <pc:spChg chg="del">
          <ac:chgData name="Mari-Ann Letnes" userId="471a8c04-4172-46e6-83fd-42e6258df800" providerId="ADAL" clId="{F8A90885-B191-520A-95A2-B3F5B3F69320}" dt="2026-10-20T07:40:19.525" v="1608" actId="478"/>
          <ac:spMkLst>
            <pc:docMk/>
            <pc:sldMk cId="4156751290" sldId="2147473375"/>
            <ac:spMk id="2" creationId="{9F5C5657-9EE7-AE51-7D0E-05FF5652C42E}"/>
          </ac:spMkLst>
        </pc:spChg>
        <pc:spChg chg="del">
          <ac:chgData name="Mari-Ann Letnes" userId="471a8c04-4172-46e6-83fd-42e6258df800" providerId="ADAL" clId="{F8A90885-B191-520A-95A2-B3F5B3F69320}" dt="2026-10-20T07:40:19.525" v="1608" actId="478"/>
          <ac:spMkLst>
            <pc:docMk/>
            <pc:sldMk cId="4156751290" sldId="2147473375"/>
            <ac:spMk id="3" creationId="{110F2682-DA7B-1AAB-7013-5FDFF62AA0ED}"/>
          </ac:spMkLst>
        </pc:spChg>
        <pc:spChg chg="mod">
          <ac:chgData name="Mari-Ann Letnes" userId="471a8c04-4172-46e6-83fd-42e6258df800" providerId="ADAL" clId="{F8A90885-B191-520A-95A2-B3F5B3F69320}" dt="2026-10-20T07:41:40.407" v="1619" actId="1076"/>
          <ac:spMkLst>
            <pc:docMk/>
            <pc:sldMk cId="4156751290" sldId="2147473375"/>
            <ac:spMk id="11" creationId="{06E35CF4-9009-8A96-B2EC-5607A58148A5}"/>
          </ac:spMkLst>
        </pc:spChg>
        <pc:spChg chg="mod">
          <ac:chgData name="Mari-Ann Letnes" userId="471a8c04-4172-46e6-83fd-42e6258df800" providerId="ADAL" clId="{F8A90885-B191-520A-95A2-B3F5B3F69320}" dt="2026-10-20T07:42:19.011" v="1659" actId="1076"/>
          <ac:spMkLst>
            <pc:docMk/>
            <pc:sldMk cId="4156751290" sldId="2147473375"/>
            <ac:spMk id="12" creationId="{21675657-CD7B-6B9C-FDFF-BBBC0B9502D2}"/>
          </ac:spMkLst>
        </pc:spChg>
        <pc:grpChg chg="mod">
          <ac:chgData name="Mari-Ann Letnes" userId="471a8c04-4172-46e6-83fd-42e6258df800" providerId="ADAL" clId="{F8A90885-B191-520A-95A2-B3F5B3F69320}" dt="2026-10-20T07:40:13.996" v="1607" actId="167"/>
          <ac:grpSpMkLst>
            <pc:docMk/>
            <pc:sldMk cId="4156751290" sldId="2147473375"/>
            <ac:grpSpMk id="25" creationId="{480836E8-9137-2259-03F0-716687A5CF4C}"/>
          </ac:grpSpMkLst>
        </pc:grpChg>
        <pc:grpChg chg="del">
          <ac:chgData name="Mari-Ann Letnes" userId="471a8c04-4172-46e6-83fd-42e6258df800" providerId="ADAL" clId="{F8A90885-B191-520A-95A2-B3F5B3F69320}" dt="2026-10-20T07:39:40.935" v="1600" actId="478"/>
          <ac:grpSpMkLst>
            <pc:docMk/>
            <pc:sldMk cId="4156751290" sldId="2147473375"/>
            <ac:grpSpMk id="26" creationId="{0E95F27C-5410-8236-286C-A098815BF798}"/>
          </ac:grpSpMkLst>
        </pc:grpChg>
        <pc:grpChg chg="del">
          <ac:chgData name="Mari-Ann Letnes" userId="471a8c04-4172-46e6-83fd-42e6258df800" providerId="ADAL" clId="{F8A90885-B191-520A-95A2-B3F5B3F69320}" dt="2026-10-20T07:39:42.350" v="1601" actId="478"/>
          <ac:grpSpMkLst>
            <pc:docMk/>
            <pc:sldMk cId="4156751290" sldId="2147473375"/>
            <ac:grpSpMk id="31" creationId="{B5C1C9B1-86BE-F3E1-FC90-D3CF4C78AE42}"/>
          </ac:grpSpMkLst>
        </pc:grpChg>
        <pc:picChg chg="mod modCrop">
          <ac:chgData name="Mari-Ann Letnes" userId="471a8c04-4172-46e6-83fd-42e6258df800" providerId="ADAL" clId="{F8A90885-B191-520A-95A2-B3F5B3F69320}" dt="2026-10-20T07:39:56.132" v="1603" actId="732"/>
          <ac:picMkLst>
            <pc:docMk/>
            <pc:sldMk cId="4156751290" sldId="2147473375"/>
            <ac:picMk id="24" creationId="{6DF3C3F2-3858-C51D-64B1-1393DF97D23A}"/>
          </ac:picMkLst>
        </pc:picChg>
      </pc:sldChg>
      <pc:sldChg chg="addSp delSp modSp add mod setBg modAnim">
        <pc:chgData name="Mari-Ann Letnes" userId="471a8c04-4172-46e6-83fd-42e6258df800" providerId="ADAL" clId="{F8A90885-B191-520A-95A2-B3F5B3F69320}" dt="2026-10-20T09:54:41.104" v="2247"/>
        <pc:sldMkLst>
          <pc:docMk/>
          <pc:sldMk cId="0" sldId="2147473376"/>
        </pc:sldMkLst>
        <pc:spChg chg="mod">
          <ac:chgData name="Mari-Ann Letnes" userId="471a8c04-4172-46e6-83fd-42e6258df800" providerId="ADAL" clId="{F8A90885-B191-520A-95A2-B3F5B3F69320}" dt="2026-10-20T09:29:51.871" v="2084" actId="790"/>
          <ac:spMkLst>
            <pc:docMk/>
            <pc:sldMk cId="0" sldId="2147473376"/>
            <ac:spMk id="5" creationId="{00000000-0000-0000-0000-000000000000}"/>
          </ac:spMkLst>
        </pc:spChg>
        <pc:spChg chg="mod">
          <ac:chgData name="Mari-Ann Letnes" userId="471a8c04-4172-46e6-83fd-42e6258df800" providerId="ADAL" clId="{F8A90885-B191-520A-95A2-B3F5B3F69320}" dt="2026-10-20T09:29:51.871" v="2084" actId="790"/>
          <ac:spMkLst>
            <pc:docMk/>
            <pc:sldMk cId="0" sldId="2147473376"/>
            <ac:spMk id="8" creationId="{00000000-0000-0000-0000-000000000000}"/>
          </ac:spMkLst>
        </pc:spChg>
        <pc:spChg chg="mod">
          <ac:chgData name="Mari-Ann Letnes" userId="471a8c04-4172-46e6-83fd-42e6258df800" providerId="ADAL" clId="{F8A90885-B191-520A-95A2-B3F5B3F69320}" dt="2026-10-20T09:51:36.977" v="2221" actId="164"/>
          <ac:spMkLst>
            <pc:docMk/>
            <pc:sldMk cId="0" sldId="2147473376"/>
            <ac:spMk id="11" creationId="{00000000-0000-0000-0000-000000000000}"/>
          </ac:spMkLst>
        </pc:spChg>
        <pc:spChg chg="mod">
          <ac:chgData name="Mari-Ann Letnes" userId="471a8c04-4172-46e6-83fd-42e6258df800" providerId="ADAL" clId="{F8A90885-B191-520A-95A2-B3F5B3F69320}" dt="2026-10-20T09:51:36.977" v="2221" actId="164"/>
          <ac:spMkLst>
            <pc:docMk/>
            <pc:sldMk cId="0" sldId="2147473376"/>
            <ac:spMk id="12" creationId="{00000000-0000-0000-0000-000000000000}"/>
          </ac:spMkLst>
        </pc:spChg>
        <pc:spChg chg="mod">
          <ac:chgData name="Mari-Ann Letnes" userId="471a8c04-4172-46e6-83fd-42e6258df800" providerId="ADAL" clId="{F8A90885-B191-520A-95A2-B3F5B3F69320}" dt="2026-10-20T09:51:36.977" v="2221" actId="164"/>
          <ac:spMkLst>
            <pc:docMk/>
            <pc:sldMk cId="0" sldId="2147473376"/>
            <ac:spMk id="14" creationId="{00000000-0000-0000-0000-000000000000}"/>
          </ac:spMkLst>
        </pc:spChg>
        <pc:spChg chg="mod">
          <ac:chgData name="Mari-Ann Letnes" userId="471a8c04-4172-46e6-83fd-42e6258df800" providerId="ADAL" clId="{F8A90885-B191-520A-95A2-B3F5B3F69320}" dt="2026-10-20T09:51:36.977" v="2221" actId="164"/>
          <ac:spMkLst>
            <pc:docMk/>
            <pc:sldMk cId="0" sldId="2147473376"/>
            <ac:spMk id="15" creationId="{00000000-0000-0000-0000-000000000000}"/>
          </ac:spMkLst>
        </pc:spChg>
        <pc:spChg chg="mod">
          <ac:chgData name="Mari-Ann Letnes" userId="471a8c04-4172-46e6-83fd-42e6258df800" providerId="ADAL" clId="{F8A90885-B191-520A-95A2-B3F5B3F69320}" dt="2026-10-20T09:51:36.977" v="2221" actId="164"/>
          <ac:spMkLst>
            <pc:docMk/>
            <pc:sldMk cId="0" sldId="2147473376"/>
            <ac:spMk id="16" creationId="{00000000-0000-0000-0000-000000000000}"/>
          </ac:spMkLst>
        </pc:spChg>
        <pc:spChg chg="mod">
          <ac:chgData name="Mari-Ann Letnes" userId="471a8c04-4172-46e6-83fd-42e6258df800" providerId="ADAL" clId="{F8A90885-B191-520A-95A2-B3F5B3F69320}" dt="2026-10-20T09:51:44.626" v="2222" actId="164"/>
          <ac:spMkLst>
            <pc:docMk/>
            <pc:sldMk cId="0" sldId="2147473376"/>
            <ac:spMk id="17" creationId="{00000000-0000-0000-0000-000000000000}"/>
          </ac:spMkLst>
        </pc:spChg>
        <pc:spChg chg="mod">
          <ac:chgData name="Mari-Ann Letnes" userId="471a8c04-4172-46e6-83fd-42e6258df800" providerId="ADAL" clId="{F8A90885-B191-520A-95A2-B3F5B3F69320}" dt="2026-10-20T09:51:44.626" v="2222" actId="164"/>
          <ac:spMkLst>
            <pc:docMk/>
            <pc:sldMk cId="0" sldId="2147473376"/>
            <ac:spMk id="18" creationId="{00000000-0000-0000-0000-000000000000}"/>
          </ac:spMkLst>
        </pc:spChg>
        <pc:spChg chg="mod">
          <ac:chgData name="Mari-Ann Letnes" userId="471a8c04-4172-46e6-83fd-42e6258df800" providerId="ADAL" clId="{F8A90885-B191-520A-95A2-B3F5B3F69320}" dt="2026-10-20T09:51:44.626" v="2222" actId="164"/>
          <ac:spMkLst>
            <pc:docMk/>
            <pc:sldMk cId="0" sldId="2147473376"/>
            <ac:spMk id="20" creationId="{00000000-0000-0000-0000-000000000000}"/>
          </ac:spMkLst>
        </pc:spChg>
        <pc:spChg chg="mod">
          <ac:chgData name="Mari-Ann Letnes" userId="471a8c04-4172-46e6-83fd-42e6258df800" providerId="ADAL" clId="{F8A90885-B191-520A-95A2-B3F5B3F69320}" dt="2026-10-20T09:51:44.626" v="2222" actId="164"/>
          <ac:spMkLst>
            <pc:docMk/>
            <pc:sldMk cId="0" sldId="2147473376"/>
            <ac:spMk id="21" creationId="{00000000-0000-0000-0000-000000000000}"/>
          </ac:spMkLst>
        </pc:spChg>
        <pc:spChg chg="mod">
          <ac:chgData name="Mari-Ann Letnes" userId="471a8c04-4172-46e6-83fd-42e6258df800" providerId="ADAL" clId="{F8A90885-B191-520A-95A2-B3F5B3F69320}" dt="2026-10-20T09:51:44.626" v="2222" actId="164"/>
          <ac:spMkLst>
            <pc:docMk/>
            <pc:sldMk cId="0" sldId="2147473376"/>
            <ac:spMk id="22" creationId="{00000000-0000-0000-0000-000000000000}"/>
          </ac:spMkLst>
        </pc:spChg>
        <pc:spChg chg="mod">
          <ac:chgData name="Mari-Ann Letnes" userId="471a8c04-4172-46e6-83fd-42e6258df800" providerId="ADAL" clId="{F8A90885-B191-520A-95A2-B3F5B3F69320}" dt="2026-10-20T09:51:57.968" v="2224" actId="164"/>
          <ac:spMkLst>
            <pc:docMk/>
            <pc:sldMk cId="0" sldId="2147473376"/>
            <ac:spMk id="23" creationId="{00000000-0000-0000-0000-000000000000}"/>
          </ac:spMkLst>
        </pc:spChg>
        <pc:spChg chg="mod">
          <ac:chgData name="Mari-Ann Letnes" userId="471a8c04-4172-46e6-83fd-42e6258df800" providerId="ADAL" clId="{F8A90885-B191-520A-95A2-B3F5B3F69320}" dt="2026-10-20T09:51:57.968" v="2224" actId="164"/>
          <ac:spMkLst>
            <pc:docMk/>
            <pc:sldMk cId="0" sldId="2147473376"/>
            <ac:spMk id="24" creationId="{00000000-0000-0000-0000-000000000000}"/>
          </ac:spMkLst>
        </pc:spChg>
        <pc:spChg chg="mod">
          <ac:chgData name="Mari-Ann Letnes" userId="471a8c04-4172-46e6-83fd-42e6258df800" providerId="ADAL" clId="{F8A90885-B191-520A-95A2-B3F5B3F69320}" dt="2026-10-20T09:51:57.968" v="2224" actId="164"/>
          <ac:spMkLst>
            <pc:docMk/>
            <pc:sldMk cId="0" sldId="2147473376"/>
            <ac:spMk id="26" creationId="{00000000-0000-0000-0000-000000000000}"/>
          </ac:spMkLst>
        </pc:spChg>
        <pc:spChg chg="mod">
          <ac:chgData name="Mari-Ann Letnes" userId="471a8c04-4172-46e6-83fd-42e6258df800" providerId="ADAL" clId="{F8A90885-B191-520A-95A2-B3F5B3F69320}" dt="2026-10-20T09:51:57.968" v="2224" actId="164"/>
          <ac:spMkLst>
            <pc:docMk/>
            <pc:sldMk cId="0" sldId="2147473376"/>
            <ac:spMk id="27" creationId="{00000000-0000-0000-0000-000000000000}"/>
          </ac:spMkLst>
        </pc:spChg>
        <pc:spChg chg="mod">
          <ac:chgData name="Mari-Ann Letnes" userId="471a8c04-4172-46e6-83fd-42e6258df800" providerId="ADAL" clId="{F8A90885-B191-520A-95A2-B3F5B3F69320}" dt="2026-10-20T09:51:57.968" v="2224" actId="164"/>
          <ac:spMkLst>
            <pc:docMk/>
            <pc:sldMk cId="0" sldId="2147473376"/>
            <ac:spMk id="28" creationId="{00000000-0000-0000-0000-000000000000}"/>
          </ac:spMkLst>
        </pc:spChg>
        <pc:spChg chg="mod">
          <ac:chgData name="Mari-Ann Letnes" userId="471a8c04-4172-46e6-83fd-42e6258df800" providerId="ADAL" clId="{F8A90885-B191-520A-95A2-B3F5B3F69320}" dt="2026-10-20T09:51:51.365" v="2223" actId="164"/>
          <ac:spMkLst>
            <pc:docMk/>
            <pc:sldMk cId="0" sldId="2147473376"/>
            <ac:spMk id="29" creationId="{00000000-0000-0000-0000-000000000000}"/>
          </ac:spMkLst>
        </pc:spChg>
        <pc:spChg chg="mod">
          <ac:chgData name="Mari-Ann Letnes" userId="471a8c04-4172-46e6-83fd-42e6258df800" providerId="ADAL" clId="{F8A90885-B191-520A-95A2-B3F5B3F69320}" dt="2026-10-20T09:51:51.365" v="2223" actId="164"/>
          <ac:spMkLst>
            <pc:docMk/>
            <pc:sldMk cId="0" sldId="2147473376"/>
            <ac:spMk id="30" creationId="{00000000-0000-0000-0000-000000000000}"/>
          </ac:spMkLst>
        </pc:spChg>
        <pc:spChg chg="mod">
          <ac:chgData name="Mari-Ann Letnes" userId="471a8c04-4172-46e6-83fd-42e6258df800" providerId="ADAL" clId="{F8A90885-B191-520A-95A2-B3F5B3F69320}" dt="2026-10-20T09:51:51.365" v="2223" actId="164"/>
          <ac:spMkLst>
            <pc:docMk/>
            <pc:sldMk cId="0" sldId="2147473376"/>
            <ac:spMk id="32" creationId="{00000000-0000-0000-0000-000000000000}"/>
          </ac:spMkLst>
        </pc:spChg>
        <pc:spChg chg="mod">
          <ac:chgData name="Mari-Ann Letnes" userId="471a8c04-4172-46e6-83fd-42e6258df800" providerId="ADAL" clId="{F8A90885-B191-520A-95A2-B3F5B3F69320}" dt="2026-10-20T09:51:51.365" v="2223" actId="164"/>
          <ac:spMkLst>
            <pc:docMk/>
            <pc:sldMk cId="0" sldId="2147473376"/>
            <ac:spMk id="33" creationId="{00000000-0000-0000-0000-000000000000}"/>
          </ac:spMkLst>
        </pc:spChg>
        <pc:spChg chg="mod">
          <ac:chgData name="Mari-Ann Letnes" userId="471a8c04-4172-46e6-83fd-42e6258df800" providerId="ADAL" clId="{F8A90885-B191-520A-95A2-B3F5B3F69320}" dt="2026-10-20T09:51:51.365" v="2223" actId="164"/>
          <ac:spMkLst>
            <pc:docMk/>
            <pc:sldMk cId="0" sldId="2147473376"/>
            <ac:spMk id="34" creationId="{00000000-0000-0000-0000-000000000000}"/>
          </ac:spMkLst>
        </pc:spChg>
        <pc:spChg chg="mod">
          <ac:chgData name="Mari-Ann Letnes" userId="471a8c04-4172-46e6-83fd-42e6258df800" providerId="ADAL" clId="{F8A90885-B191-520A-95A2-B3F5B3F69320}" dt="2026-10-20T09:54:36.781" v="2246" actId="164"/>
          <ac:spMkLst>
            <pc:docMk/>
            <pc:sldMk cId="0" sldId="2147473376"/>
            <ac:spMk id="35" creationId="{00000000-0000-0000-0000-000000000000}"/>
          </ac:spMkLst>
        </pc:spChg>
        <pc:spChg chg="mod">
          <ac:chgData name="Mari-Ann Letnes" userId="471a8c04-4172-46e6-83fd-42e6258df800" providerId="ADAL" clId="{F8A90885-B191-520A-95A2-B3F5B3F69320}" dt="2026-10-20T09:54:36.781" v="2246" actId="164"/>
          <ac:spMkLst>
            <pc:docMk/>
            <pc:sldMk cId="0" sldId="2147473376"/>
            <ac:spMk id="36" creationId="{00000000-0000-0000-0000-000000000000}"/>
          </ac:spMkLst>
        </pc:spChg>
        <pc:grpChg chg="add mod">
          <ac:chgData name="Mari-Ann Letnes" userId="471a8c04-4172-46e6-83fd-42e6258df800" providerId="ADAL" clId="{F8A90885-B191-520A-95A2-B3F5B3F69320}" dt="2026-10-20T09:51:36.977" v="2221" actId="164"/>
          <ac:grpSpMkLst>
            <pc:docMk/>
            <pc:sldMk cId="0" sldId="2147473376"/>
            <ac:grpSpMk id="44" creationId="{CB1B3953-1D9E-E66D-B6AF-87ED90DEC84E}"/>
          </ac:grpSpMkLst>
        </pc:grpChg>
        <pc:grpChg chg="add mod">
          <ac:chgData name="Mari-Ann Letnes" userId="471a8c04-4172-46e6-83fd-42e6258df800" providerId="ADAL" clId="{F8A90885-B191-520A-95A2-B3F5B3F69320}" dt="2026-10-20T09:51:44.626" v="2222" actId="164"/>
          <ac:grpSpMkLst>
            <pc:docMk/>
            <pc:sldMk cId="0" sldId="2147473376"/>
            <ac:grpSpMk id="45" creationId="{F0C6936E-2DF6-56AE-37B5-31E293E3D03F}"/>
          </ac:grpSpMkLst>
        </pc:grpChg>
        <pc:grpChg chg="add mod">
          <ac:chgData name="Mari-Ann Letnes" userId="471a8c04-4172-46e6-83fd-42e6258df800" providerId="ADAL" clId="{F8A90885-B191-520A-95A2-B3F5B3F69320}" dt="2026-10-20T09:52:42.122" v="2236" actId="1076"/>
          <ac:grpSpMkLst>
            <pc:docMk/>
            <pc:sldMk cId="0" sldId="2147473376"/>
            <ac:grpSpMk id="46" creationId="{F8D6BAB9-DD80-1CE8-E36D-FBCEA2632511}"/>
          </ac:grpSpMkLst>
        </pc:grpChg>
        <pc:grpChg chg="add mod">
          <ac:chgData name="Mari-Ann Letnes" userId="471a8c04-4172-46e6-83fd-42e6258df800" providerId="ADAL" clId="{F8A90885-B191-520A-95A2-B3F5B3F69320}" dt="2026-10-20T09:51:57.968" v="2224" actId="164"/>
          <ac:grpSpMkLst>
            <pc:docMk/>
            <pc:sldMk cId="0" sldId="2147473376"/>
            <ac:grpSpMk id="47" creationId="{36FB0BEF-7484-5A35-41F6-87DD0EBE4A3C}"/>
          </ac:grpSpMkLst>
        </pc:grpChg>
        <pc:grpChg chg="add mod">
          <ac:chgData name="Mari-Ann Letnes" userId="471a8c04-4172-46e6-83fd-42e6258df800" providerId="ADAL" clId="{F8A90885-B191-520A-95A2-B3F5B3F69320}" dt="2026-10-20T09:54:36.781" v="2246" actId="164"/>
          <ac:grpSpMkLst>
            <pc:docMk/>
            <pc:sldMk cId="0" sldId="2147473376"/>
            <ac:grpSpMk id="48" creationId="{25139978-8346-131C-9FAF-A1F75E4FE396}"/>
          </ac:grpSpMkLst>
        </pc:grpChg>
        <pc:picChg chg="del mod modCrop">
          <ac:chgData name="Mari-Ann Letnes" userId="471a8c04-4172-46e6-83fd-42e6258df800" providerId="ADAL" clId="{F8A90885-B191-520A-95A2-B3F5B3F69320}" dt="2026-10-20T09:26:56.558" v="1771" actId="478"/>
          <ac:picMkLst>
            <pc:docMk/>
            <pc:sldMk cId="0" sldId="2147473376"/>
            <ac:picMk id="13" creationId="{00000000-0000-0000-0000-000000000000}"/>
          </ac:picMkLst>
        </pc:picChg>
        <pc:picChg chg="mod modCrop">
          <ac:chgData name="Mari-Ann Letnes" userId="471a8c04-4172-46e6-83fd-42e6258df800" providerId="ADAL" clId="{F8A90885-B191-520A-95A2-B3F5B3F69320}" dt="2026-10-20T09:51:44.626" v="2222" actId="164"/>
          <ac:picMkLst>
            <pc:docMk/>
            <pc:sldMk cId="0" sldId="2147473376"/>
            <ac:picMk id="19" creationId="{00000000-0000-0000-0000-000000000000}"/>
          </ac:picMkLst>
        </pc:picChg>
        <pc:picChg chg="mod modCrop">
          <ac:chgData name="Mari-Ann Letnes" userId="471a8c04-4172-46e6-83fd-42e6258df800" providerId="ADAL" clId="{F8A90885-B191-520A-95A2-B3F5B3F69320}" dt="2026-10-20T09:51:57.968" v="2224" actId="164"/>
          <ac:picMkLst>
            <pc:docMk/>
            <pc:sldMk cId="0" sldId="2147473376"/>
            <ac:picMk id="25" creationId="{00000000-0000-0000-0000-000000000000}"/>
          </ac:picMkLst>
        </pc:picChg>
        <pc:picChg chg="mod modCrop">
          <ac:chgData name="Mari-Ann Letnes" userId="471a8c04-4172-46e6-83fd-42e6258df800" providerId="ADAL" clId="{F8A90885-B191-520A-95A2-B3F5B3F69320}" dt="2026-10-20T09:51:51.365" v="2223" actId="164"/>
          <ac:picMkLst>
            <pc:docMk/>
            <pc:sldMk cId="0" sldId="2147473376"/>
            <ac:picMk id="31" creationId="{00000000-0000-0000-0000-000000000000}"/>
          </ac:picMkLst>
        </pc:picChg>
        <pc:picChg chg="add mod modCrop">
          <ac:chgData name="Mari-Ann Letnes" userId="471a8c04-4172-46e6-83fd-42e6258df800" providerId="ADAL" clId="{F8A90885-B191-520A-95A2-B3F5B3F69320}" dt="2026-10-20T09:51:36.977" v="2221" actId="164"/>
          <ac:picMkLst>
            <pc:docMk/>
            <pc:sldMk cId="0" sldId="2147473376"/>
            <ac:picMk id="38" creationId="{F29AFFDF-4490-E9D6-4E34-3C369C7502D9}"/>
          </ac:picMkLst>
        </pc:picChg>
        <pc:picChg chg="add mod modCrop">
          <ac:chgData name="Mari-Ann Letnes" userId="471a8c04-4172-46e6-83fd-42e6258df800" providerId="ADAL" clId="{F8A90885-B191-520A-95A2-B3F5B3F69320}" dt="2026-10-20T09:51:36.977" v="2221" actId="164"/>
          <ac:picMkLst>
            <pc:docMk/>
            <pc:sldMk cId="0" sldId="2147473376"/>
            <ac:picMk id="40" creationId="{AEF5EF95-DD38-861A-FAD0-6370C6AB6A25}"/>
          </ac:picMkLst>
        </pc:picChg>
        <pc:picChg chg="add mod modCrop">
          <ac:chgData name="Mari-Ann Letnes" userId="471a8c04-4172-46e6-83fd-42e6258df800" providerId="ADAL" clId="{F8A90885-B191-520A-95A2-B3F5B3F69320}" dt="2026-10-20T09:52:46.346" v="2237" actId="1076"/>
          <ac:picMkLst>
            <pc:docMk/>
            <pc:sldMk cId="0" sldId="2147473376"/>
            <ac:picMk id="41" creationId="{B0DC2668-8BBC-8E52-E136-FDEB372B0BD4}"/>
          </ac:picMkLst>
        </pc:picChg>
        <pc:picChg chg="add mod modCrop">
          <ac:chgData name="Mari-Ann Letnes" userId="471a8c04-4172-46e6-83fd-42e6258df800" providerId="ADAL" clId="{F8A90885-B191-520A-95A2-B3F5B3F69320}" dt="2026-10-20T09:52:55.317" v="2238" actId="1076"/>
          <ac:picMkLst>
            <pc:docMk/>
            <pc:sldMk cId="0" sldId="2147473376"/>
            <ac:picMk id="42" creationId="{1A51A2DC-DC7C-91AA-4610-2D2708CEADCE}"/>
          </ac:picMkLst>
        </pc:picChg>
        <pc:picChg chg="add mod modCrop">
          <ac:chgData name="Mari-Ann Letnes" userId="471a8c04-4172-46e6-83fd-42e6258df800" providerId="ADAL" clId="{F8A90885-B191-520A-95A2-B3F5B3F69320}" dt="2026-10-20T09:51:44.626" v="2222" actId="164"/>
          <ac:picMkLst>
            <pc:docMk/>
            <pc:sldMk cId="0" sldId="2147473376"/>
            <ac:picMk id="43" creationId="{7B2FB27A-0B9C-EECD-A96B-01BD62310C67}"/>
          </ac:picMkLst>
        </pc:picChg>
      </pc:sldChg>
      <pc:sldChg chg="addSp delSp modSp add mod setBg modAnim">
        <pc:chgData name="Mari-Ann Letnes" userId="471a8c04-4172-46e6-83fd-42e6258df800" providerId="ADAL" clId="{F8A90885-B191-520A-95A2-B3F5B3F69320}" dt="2026-10-20T09:55:16.924" v="2253"/>
        <pc:sldMkLst>
          <pc:docMk/>
          <pc:sldMk cId="0" sldId="2147473377"/>
        </pc:sldMkLst>
        <pc:spChg chg="mod">
          <ac:chgData name="Mari-Ann Letnes" userId="471a8c04-4172-46e6-83fd-42e6258df800" providerId="ADAL" clId="{F8A90885-B191-520A-95A2-B3F5B3F69320}" dt="2026-10-20T09:53:36.347" v="2240" actId="790"/>
          <ac:spMkLst>
            <pc:docMk/>
            <pc:sldMk cId="0" sldId="2147473377"/>
            <ac:spMk id="3" creationId="{00000000-0000-0000-0000-000000000000}"/>
          </ac:spMkLst>
        </pc:spChg>
        <pc:spChg chg="mod">
          <ac:chgData name="Mari-Ann Letnes" userId="471a8c04-4172-46e6-83fd-42e6258df800" providerId="ADAL" clId="{F8A90885-B191-520A-95A2-B3F5B3F69320}" dt="2026-10-20T09:53:36.347" v="2240" actId="790"/>
          <ac:spMkLst>
            <pc:docMk/>
            <pc:sldMk cId="0" sldId="2147473377"/>
            <ac:spMk id="4" creationId="{00000000-0000-0000-0000-000000000000}"/>
          </ac:spMkLst>
        </pc:spChg>
        <pc:spChg chg="mod">
          <ac:chgData name="Mari-Ann Letnes" userId="471a8c04-4172-46e6-83fd-42e6258df800" providerId="ADAL" clId="{F8A90885-B191-520A-95A2-B3F5B3F69320}" dt="2026-10-20T09:53:36.347" v="2240" actId="790"/>
          <ac:spMkLst>
            <pc:docMk/>
            <pc:sldMk cId="0" sldId="2147473377"/>
            <ac:spMk id="5" creationId="{00000000-0000-0000-0000-000000000000}"/>
          </ac:spMkLst>
        </pc:spChg>
        <pc:spChg chg="mod">
          <ac:chgData name="Mari-Ann Letnes" userId="471a8c04-4172-46e6-83fd-42e6258df800" providerId="ADAL" clId="{F8A90885-B191-520A-95A2-B3F5B3F69320}" dt="2026-10-20T09:53:36.347" v="2240" actId="790"/>
          <ac:spMkLst>
            <pc:docMk/>
            <pc:sldMk cId="0" sldId="2147473377"/>
            <ac:spMk id="6" creationId="{00000000-0000-0000-0000-000000000000}"/>
          </ac:spMkLst>
        </pc:spChg>
        <pc:spChg chg="mod">
          <ac:chgData name="Mari-Ann Letnes" userId="471a8c04-4172-46e6-83fd-42e6258df800" providerId="ADAL" clId="{F8A90885-B191-520A-95A2-B3F5B3F69320}" dt="2026-10-20T09:53:36.347" v="2240" actId="790"/>
          <ac:spMkLst>
            <pc:docMk/>
            <pc:sldMk cId="0" sldId="2147473377"/>
            <ac:spMk id="8" creationId="{00000000-0000-0000-0000-000000000000}"/>
          </ac:spMkLst>
        </pc:spChg>
        <pc:spChg chg="mod">
          <ac:chgData name="Mari-Ann Letnes" userId="471a8c04-4172-46e6-83fd-42e6258df800" providerId="ADAL" clId="{F8A90885-B191-520A-95A2-B3F5B3F69320}" dt="2026-10-20T09:53:56.333" v="2241" actId="164"/>
          <ac:spMkLst>
            <pc:docMk/>
            <pc:sldMk cId="0" sldId="2147473377"/>
            <ac:spMk id="11" creationId="{00000000-0000-0000-0000-000000000000}"/>
          </ac:spMkLst>
        </pc:spChg>
        <pc:spChg chg="mod">
          <ac:chgData name="Mari-Ann Letnes" userId="471a8c04-4172-46e6-83fd-42e6258df800" providerId="ADAL" clId="{F8A90885-B191-520A-95A2-B3F5B3F69320}" dt="2026-10-20T09:53:56.333" v="2241" actId="164"/>
          <ac:spMkLst>
            <pc:docMk/>
            <pc:sldMk cId="0" sldId="2147473377"/>
            <ac:spMk id="12" creationId="{00000000-0000-0000-0000-000000000000}"/>
          </ac:spMkLst>
        </pc:spChg>
        <pc:spChg chg="mod">
          <ac:chgData name="Mari-Ann Letnes" userId="471a8c04-4172-46e6-83fd-42e6258df800" providerId="ADAL" clId="{F8A90885-B191-520A-95A2-B3F5B3F69320}" dt="2026-10-20T09:53:56.333" v="2241" actId="164"/>
          <ac:spMkLst>
            <pc:docMk/>
            <pc:sldMk cId="0" sldId="2147473377"/>
            <ac:spMk id="14" creationId="{00000000-0000-0000-0000-000000000000}"/>
          </ac:spMkLst>
        </pc:spChg>
        <pc:spChg chg="mod">
          <ac:chgData name="Mari-Ann Letnes" userId="471a8c04-4172-46e6-83fd-42e6258df800" providerId="ADAL" clId="{F8A90885-B191-520A-95A2-B3F5B3F69320}" dt="2026-10-20T09:53:56.333" v="2241" actId="164"/>
          <ac:spMkLst>
            <pc:docMk/>
            <pc:sldMk cId="0" sldId="2147473377"/>
            <ac:spMk id="15" creationId="{00000000-0000-0000-0000-000000000000}"/>
          </ac:spMkLst>
        </pc:spChg>
        <pc:spChg chg="mod">
          <ac:chgData name="Mari-Ann Letnes" userId="471a8c04-4172-46e6-83fd-42e6258df800" providerId="ADAL" clId="{F8A90885-B191-520A-95A2-B3F5B3F69320}" dt="2026-10-20T09:53:56.333" v="2241" actId="164"/>
          <ac:spMkLst>
            <pc:docMk/>
            <pc:sldMk cId="0" sldId="2147473377"/>
            <ac:spMk id="16" creationId="{00000000-0000-0000-0000-000000000000}"/>
          </ac:spMkLst>
        </pc:spChg>
        <pc:spChg chg="mod">
          <ac:chgData name="Mari-Ann Letnes" userId="471a8c04-4172-46e6-83fd-42e6258df800" providerId="ADAL" clId="{F8A90885-B191-520A-95A2-B3F5B3F69320}" dt="2026-10-20T09:53:56.333" v="2241" actId="164"/>
          <ac:spMkLst>
            <pc:docMk/>
            <pc:sldMk cId="0" sldId="2147473377"/>
            <ac:spMk id="17" creationId="{00000000-0000-0000-0000-000000000000}"/>
          </ac:spMkLst>
        </pc:spChg>
        <pc:spChg chg="mod">
          <ac:chgData name="Mari-Ann Letnes" userId="471a8c04-4172-46e6-83fd-42e6258df800" providerId="ADAL" clId="{F8A90885-B191-520A-95A2-B3F5B3F69320}" dt="2026-10-20T09:54:02.207" v="2242" actId="164"/>
          <ac:spMkLst>
            <pc:docMk/>
            <pc:sldMk cId="0" sldId="2147473377"/>
            <ac:spMk id="18" creationId="{00000000-0000-0000-0000-000000000000}"/>
          </ac:spMkLst>
        </pc:spChg>
        <pc:spChg chg="mod">
          <ac:chgData name="Mari-Ann Letnes" userId="471a8c04-4172-46e6-83fd-42e6258df800" providerId="ADAL" clId="{F8A90885-B191-520A-95A2-B3F5B3F69320}" dt="2026-10-20T09:54:02.207" v="2242" actId="164"/>
          <ac:spMkLst>
            <pc:docMk/>
            <pc:sldMk cId="0" sldId="2147473377"/>
            <ac:spMk id="19" creationId="{00000000-0000-0000-0000-000000000000}"/>
          </ac:spMkLst>
        </pc:spChg>
        <pc:spChg chg="mod">
          <ac:chgData name="Mari-Ann Letnes" userId="471a8c04-4172-46e6-83fd-42e6258df800" providerId="ADAL" clId="{F8A90885-B191-520A-95A2-B3F5B3F69320}" dt="2026-10-20T09:54:02.207" v="2242" actId="164"/>
          <ac:spMkLst>
            <pc:docMk/>
            <pc:sldMk cId="0" sldId="2147473377"/>
            <ac:spMk id="21" creationId="{00000000-0000-0000-0000-000000000000}"/>
          </ac:spMkLst>
        </pc:spChg>
        <pc:spChg chg="mod">
          <ac:chgData name="Mari-Ann Letnes" userId="471a8c04-4172-46e6-83fd-42e6258df800" providerId="ADAL" clId="{F8A90885-B191-520A-95A2-B3F5B3F69320}" dt="2026-10-20T09:54:02.207" v="2242" actId="164"/>
          <ac:spMkLst>
            <pc:docMk/>
            <pc:sldMk cId="0" sldId="2147473377"/>
            <ac:spMk id="22" creationId="{00000000-0000-0000-0000-000000000000}"/>
          </ac:spMkLst>
        </pc:spChg>
        <pc:spChg chg="mod">
          <ac:chgData name="Mari-Ann Letnes" userId="471a8c04-4172-46e6-83fd-42e6258df800" providerId="ADAL" clId="{F8A90885-B191-520A-95A2-B3F5B3F69320}" dt="2026-10-20T09:54:02.207" v="2242" actId="164"/>
          <ac:spMkLst>
            <pc:docMk/>
            <pc:sldMk cId="0" sldId="2147473377"/>
            <ac:spMk id="23" creationId="{00000000-0000-0000-0000-000000000000}"/>
          </ac:spMkLst>
        </pc:spChg>
        <pc:spChg chg="mod">
          <ac:chgData name="Mari-Ann Letnes" userId="471a8c04-4172-46e6-83fd-42e6258df800" providerId="ADAL" clId="{F8A90885-B191-520A-95A2-B3F5B3F69320}" dt="2026-10-20T09:54:02.207" v="2242" actId="164"/>
          <ac:spMkLst>
            <pc:docMk/>
            <pc:sldMk cId="0" sldId="2147473377"/>
            <ac:spMk id="24" creationId="{00000000-0000-0000-0000-000000000000}"/>
          </ac:spMkLst>
        </pc:spChg>
        <pc:spChg chg="mod">
          <ac:chgData name="Mari-Ann Letnes" userId="471a8c04-4172-46e6-83fd-42e6258df800" providerId="ADAL" clId="{F8A90885-B191-520A-95A2-B3F5B3F69320}" dt="2026-10-20T09:54:08.348" v="2243" actId="164"/>
          <ac:spMkLst>
            <pc:docMk/>
            <pc:sldMk cId="0" sldId="2147473377"/>
            <ac:spMk id="25" creationId="{00000000-0000-0000-0000-000000000000}"/>
          </ac:spMkLst>
        </pc:spChg>
        <pc:spChg chg="mod">
          <ac:chgData name="Mari-Ann Letnes" userId="471a8c04-4172-46e6-83fd-42e6258df800" providerId="ADAL" clId="{F8A90885-B191-520A-95A2-B3F5B3F69320}" dt="2026-10-20T09:54:08.348" v="2243" actId="164"/>
          <ac:spMkLst>
            <pc:docMk/>
            <pc:sldMk cId="0" sldId="2147473377"/>
            <ac:spMk id="26" creationId="{00000000-0000-0000-0000-000000000000}"/>
          </ac:spMkLst>
        </pc:spChg>
        <pc:spChg chg="mod">
          <ac:chgData name="Mari-Ann Letnes" userId="471a8c04-4172-46e6-83fd-42e6258df800" providerId="ADAL" clId="{F8A90885-B191-520A-95A2-B3F5B3F69320}" dt="2026-10-20T09:54:08.348" v="2243" actId="164"/>
          <ac:spMkLst>
            <pc:docMk/>
            <pc:sldMk cId="0" sldId="2147473377"/>
            <ac:spMk id="28" creationId="{00000000-0000-0000-0000-000000000000}"/>
          </ac:spMkLst>
        </pc:spChg>
        <pc:spChg chg="mod">
          <ac:chgData name="Mari-Ann Letnes" userId="471a8c04-4172-46e6-83fd-42e6258df800" providerId="ADAL" clId="{F8A90885-B191-520A-95A2-B3F5B3F69320}" dt="2026-10-20T09:54:08.348" v="2243" actId="164"/>
          <ac:spMkLst>
            <pc:docMk/>
            <pc:sldMk cId="0" sldId="2147473377"/>
            <ac:spMk id="29" creationId="{00000000-0000-0000-0000-000000000000}"/>
          </ac:spMkLst>
        </pc:spChg>
        <pc:spChg chg="mod">
          <ac:chgData name="Mari-Ann Letnes" userId="471a8c04-4172-46e6-83fd-42e6258df800" providerId="ADAL" clId="{F8A90885-B191-520A-95A2-B3F5B3F69320}" dt="2026-10-20T09:54:08.348" v="2243" actId="164"/>
          <ac:spMkLst>
            <pc:docMk/>
            <pc:sldMk cId="0" sldId="2147473377"/>
            <ac:spMk id="30" creationId="{00000000-0000-0000-0000-000000000000}"/>
          </ac:spMkLst>
        </pc:spChg>
        <pc:spChg chg="mod">
          <ac:chgData name="Mari-Ann Letnes" userId="471a8c04-4172-46e6-83fd-42e6258df800" providerId="ADAL" clId="{F8A90885-B191-520A-95A2-B3F5B3F69320}" dt="2026-10-20T09:54:08.348" v="2243" actId="164"/>
          <ac:spMkLst>
            <pc:docMk/>
            <pc:sldMk cId="0" sldId="2147473377"/>
            <ac:spMk id="31" creationId="{00000000-0000-0000-0000-000000000000}"/>
          </ac:spMkLst>
        </pc:spChg>
        <pc:spChg chg="mod">
          <ac:chgData name="Mari-Ann Letnes" userId="471a8c04-4172-46e6-83fd-42e6258df800" providerId="ADAL" clId="{F8A90885-B191-520A-95A2-B3F5B3F69320}" dt="2026-10-20T09:54:13.966" v="2244" actId="164"/>
          <ac:spMkLst>
            <pc:docMk/>
            <pc:sldMk cId="0" sldId="2147473377"/>
            <ac:spMk id="32" creationId="{00000000-0000-0000-0000-000000000000}"/>
          </ac:spMkLst>
        </pc:spChg>
        <pc:spChg chg="mod">
          <ac:chgData name="Mari-Ann Letnes" userId="471a8c04-4172-46e6-83fd-42e6258df800" providerId="ADAL" clId="{F8A90885-B191-520A-95A2-B3F5B3F69320}" dt="2026-10-20T09:54:13.966" v="2244" actId="164"/>
          <ac:spMkLst>
            <pc:docMk/>
            <pc:sldMk cId="0" sldId="2147473377"/>
            <ac:spMk id="33" creationId="{00000000-0000-0000-0000-000000000000}"/>
          </ac:spMkLst>
        </pc:spChg>
        <pc:spChg chg="mod">
          <ac:chgData name="Mari-Ann Letnes" userId="471a8c04-4172-46e6-83fd-42e6258df800" providerId="ADAL" clId="{F8A90885-B191-520A-95A2-B3F5B3F69320}" dt="2026-10-20T09:54:13.966" v="2244" actId="164"/>
          <ac:spMkLst>
            <pc:docMk/>
            <pc:sldMk cId="0" sldId="2147473377"/>
            <ac:spMk id="35" creationId="{00000000-0000-0000-0000-000000000000}"/>
          </ac:spMkLst>
        </pc:spChg>
        <pc:spChg chg="mod">
          <ac:chgData name="Mari-Ann Letnes" userId="471a8c04-4172-46e6-83fd-42e6258df800" providerId="ADAL" clId="{F8A90885-B191-520A-95A2-B3F5B3F69320}" dt="2026-10-20T09:54:13.966" v="2244" actId="164"/>
          <ac:spMkLst>
            <pc:docMk/>
            <pc:sldMk cId="0" sldId="2147473377"/>
            <ac:spMk id="36" creationId="{00000000-0000-0000-0000-000000000000}"/>
          </ac:spMkLst>
        </pc:spChg>
        <pc:spChg chg="mod">
          <ac:chgData name="Mari-Ann Letnes" userId="471a8c04-4172-46e6-83fd-42e6258df800" providerId="ADAL" clId="{F8A90885-B191-520A-95A2-B3F5B3F69320}" dt="2026-10-20T09:54:13.966" v="2244" actId="164"/>
          <ac:spMkLst>
            <pc:docMk/>
            <pc:sldMk cId="0" sldId="2147473377"/>
            <ac:spMk id="37" creationId="{00000000-0000-0000-0000-000000000000}"/>
          </ac:spMkLst>
        </pc:spChg>
        <pc:spChg chg="mod">
          <ac:chgData name="Mari-Ann Letnes" userId="471a8c04-4172-46e6-83fd-42e6258df800" providerId="ADAL" clId="{F8A90885-B191-520A-95A2-B3F5B3F69320}" dt="2026-10-20T09:54:13.966" v="2244" actId="164"/>
          <ac:spMkLst>
            <pc:docMk/>
            <pc:sldMk cId="0" sldId="2147473377"/>
            <ac:spMk id="38" creationId="{00000000-0000-0000-0000-000000000000}"/>
          </ac:spMkLst>
        </pc:spChg>
        <pc:spChg chg="mod">
          <ac:chgData name="Mari-Ann Letnes" userId="471a8c04-4172-46e6-83fd-42e6258df800" providerId="ADAL" clId="{F8A90885-B191-520A-95A2-B3F5B3F69320}" dt="2026-10-20T09:54:29.667" v="2245" actId="164"/>
          <ac:spMkLst>
            <pc:docMk/>
            <pc:sldMk cId="0" sldId="2147473377"/>
            <ac:spMk id="39" creationId="{00000000-0000-0000-0000-000000000000}"/>
          </ac:spMkLst>
        </pc:spChg>
        <pc:spChg chg="mod">
          <ac:chgData name="Mari-Ann Letnes" userId="471a8c04-4172-46e6-83fd-42e6258df800" providerId="ADAL" clId="{F8A90885-B191-520A-95A2-B3F5B3F69320}" dt="2026-10-20T09:54:29.667" v="2245" actId="164"/>
          <ac:spMkLst>
            <pc:docMk/>
            <pc:sldMk cId="0" sldId="2147473377"/>
            <ac:spMk id="40" creationId="{00000000-0000-0000-0000-000000000000}"/>
          </ac:spMkLst>
        </pc:spChg>
        <pc:grpChg chg="add mod">
          <ac:chgData name="Mari-Ann Letnes" userId="471a8c04-4172-46e6-83fd-42e6258df800" providerId="ADAL" clId="{F8A90885-B191-520A-95A2-B3F5B3F69320}" dt="2026-10-20T09:53:56.333" v="2241" actId="164"/>
          <ac:grpSpMkLst>
            <pc:docMk/>
            <pc:sldMk cId="0" sldId="2147473377"/>
            <ac:grpSpMk id="54" creationId="{25BD6C3C-20CD-5BE6-7DDF-EC3DAD439BC5}"/>
          </ac:grpSpMkLst>
        </pc:grpChg>
        <pc:grpChg chg="add mod">
          <ac:chgData name="Mari-Ann Letnes" userId="471a8c04-4172-46e6-83fd-42e6258df800" providerId="ADAL" clId="{F8A90885-B191-520A-95A2-B3F5B3F69320}" dt="2026-10-20T09:54:02.207" v="2242" actId="164"/>
          <ac:grpSpMkLst>
            <pc:docMk/>
            <pc:sldMk cId="0" sldId="2147473377"/>
            <ac:grpSpMk id="55" creationId="{E958FCD1-28CE-8498-0474-8FECE17E425F}"/>
          </ac:grpSpMkLst>
        </pc:grpChg>
        <pc:grpChg chg="add mod">
          <ac:chgData name="Mari-Ann Letnes" userId="471a8c04-4172-46e6-83fd-42e6258df800" providerId="ADAL" clId="{F8A90885-B191-520A-95A2-B3F5B3F69320}" dt="2026-10-20T09:54:08.348" v="2243" actId="164"/>
          <ac:grpSpMkLst>
            <pc:docMk/>
            <pc:sldMk cId="0" sldId="2147473377"/>
            <ac:grpSpMk id="56" creationId="{7679B06A-F10F-6E30-8626-E8CE56390A27}"/>
          </ac:grpSpMkLst>
        </pc:grpChg>
        <pc:grpChg chg="add mod">
          <ac:chgData name="Mari-Ann Letnes" userId="471a8c04-4172-46e6-83fd-42e6258df800" providerId="ADAL" clId="{F8A90885-B191-520A-95A2-B3F5B3F69320}" dt="2026-10-20T09:54:13.966" v="2244" actId="164"/>
          <ac:grpSpMkLst>
            <pc:docMk/>
            <pc:sldMk cId="0" sldId="2147473377"/>
            <ac:grpSpMk id="57" creationId="{4270D3AD-C313-51CC-178C-0AD8F85CCEA6}"/>
          </ac:grpSpMkLst>
        </pc:grpChg>
        <pc:grpChg chg="add mod">
          <ac:chgData name="Mari-Ann Letnes" userId="471a8c04-4172-46e6-83fd-42e6258df800" providerId="ADAL" clId="{F8A90885-B191-520A-95A2-B3F5B3F69320}" dt="2026-10-20T09:54:29.667" v="2245" actId="164"/>
          <ac:grpSpMkLst>
            <pc:docMk/>
            <pc:sldMk cId="0" sldId="2147473377"/>
            <ac:grpSpMk id="58" creationId="{207BA728-9DC9-3653-852D-D526CF4DFAE8}"/>
          </ac:grpSpMkLst>
        </pc:grpChg>
        <pc:picChg chg="del">
          <ac:chgData name="Mari-Ann Letnes" userId="471a8c04-4172-46e6-83fd-42e6258df800" providerId="ADAL" clId="{F8A90885-B191-520A-95A2-B3F5B3F69320}" dt="2026-10-20T09:44:15.589" v="2165" actId="478"/>
          <ac:picMkLst>
            <pc:docMk/>
            <pc:sldMk cId="0" sldId="2147473377"/>
            <ac:picMk id="13" creationId="{00000000-0000-0000-0000-000000000000}"/>
          </ac:picMkLst>
        </pc:picChg>
        <pc:picChg chg="mod">
          <ac:chgData name="Mari-Ann Letnes" userId="471a8c04-4172-46e6-83fd-42e6258df800" providerId="ADAL" clId="{F8A90885-B191-520A-95A2-B3F5B3F69320}" dt="2026-10-20T09:54:02.207" v="2242" actId="164"/>
          <ac:picMkLst>
            <pc:docMk/>
            <pc:sldMk cId="0" sldId="2147473377"/>
            <ac:picMk id="20" creationId="{00000000-0000-0000-0000-000000000000}"/>
          </ac:picMkLst>
        </pc:picChg>
        <pc:picChg chg="del">
          <ac:chgData name="Mari-Ann Letnes" userId="471a8c04-4172-46e6-83fd-42e6258df800" providerId="ADAL" clId="{F8A90885-B191-520A-95A2-B3F5B3F69320}" dt="2026-10-20T09:47:24.895" v="2190" actId="478"/>
          <ac:picMkLst>
            <pc:docMk/>
            <pc:sldMk cId="0" sldId="2147473377"/>
            <ac:picMk id="27" creationId="{00000000-0000-0000-0000-000000000000}"/>
          </ac:picMkLst>
        </pc:picChg>
        <pc:picChg chg="del">
          <ac:chgData name="Mari-Ann Letnes" userId="471a8c04-4172-46e6-83fd-42e6258df800" providerId="ADAL" clId="{F8A90885-B191-520A-95A2-B3F5B3F69320}" dt="2026-10-20T09:46:35.761" v="2180" actId="478"/>
          <ac:picMkLst>
            <pc:docMk/>
            <pc:sldMk cId="0" sldId="2147473377"/>
            <ac:picMk id="34" creationId="{00000000-0000-0000-0000-000000000000}"/>
          </ac:picMkLst>
        </pc:picChg>
        <pc:picChg chg="add mod modCrop">
          <ac:chgData name="Mari-Ann Letnes" userId="471a8c04-4172-46e6-83fd-42e6258df800" providerId="ADAL" clId="{F8A90885-B191-520A-95A2-B3F5B3F69320}" dt="2026-10-20T09:53:56.333" v="2241" actId="164"/>
          <ac:picMkLst>
            <pc:docMk/>
            <pc:sldMk cId="0" sldId="2147473377"/>
            <ac:picMk id="42" creationId="{3189FBE1-68D6-85FA-1B00-ADA08DE79136}"/>
          </ac:picMkLst>
        </pc:picChg>
        <pc:picChg chg="add mod modCrop">
          <ac:chgData name="Mari-Ann Letnes" userId="471a8c04-4172-46e6-83fd-42e6258df800" providerId="ADAL" clId="{F8A90885-B191-520A-95A2-B3F5B3F69320}" dt="2026-10-20T09:54:13.966" v="2244" actId="164"/>
          <ac:picMkLst>
            <pc:docMk/>
            <pc:sldMk cId="0" sldId="2147473377"/>
            <ac:picMk id="43" creationId="{3FB39453-ED34-EB20-1EC7-694F59CBDB93}"/>
          </ac:picMkLst>
        </pc:picChg>
        <pc:picChg chg="add mod modCrop">
          <ac:chgData name="Mari-Ann Letnes" userId="471a8c04-4172-46e6-83fd-42e6258df800" providerId="ADAL" clId="{F8A90885-B191-520A-95A2-B3F5B3F69320}" dt="2026-10-20T09:54:08.348" v="2243" actId="164"/>
          <ac:picMkLst>
            <pc:docMk/>
            <pc:sldMk cId="0" sldId="2147473377"/>
            <ac:picMk id="44" creationId="{FE1EB7F9-6B31-79C5-80D4-697B90228D11}"/>
          </ac:picMkLst>
        </pc:picChg>
        <pc:picChg chg="add mod modCrop">
          <ac:chgData name="Mari-Ann Letnes" userId="471a8c04-4172-46e6-83fd-42e6258df800" providerId="ADAL" clId="{F8A90885-B191-520A-95A2-B3F5B3F69320}" dt="2026-10-20T09:54:02.207" v="2242" actId="164"/>
          <ac:picMkLst>
            <pc:docMk/>
            <pc:sldMk cId="0" sldId="2147473377"/>
            <ac:picMk id="45" creationId="{EB223A6E-08CC-611A-D805-B037450D5D80}"/>
          </ac:picMkLst>
        </pc:picChg>
        <pc:picChg chg="add mod modCrop">
          <ac:chgData name="Mari-Ann Letnes" userId="471a8c04-4172-46e6-83fd-42e6258df800" providerId="ADAL" clId="{F8A90885-B191-520A-95A2-B3F5B3F69320}" dt="2026-10-20T09:53:56.333" v="2241" actId="164"/>
          <ac:picMkLst>
            <pc:docMk/>
            <pc:sldMk cId="0" sldId="2147473377"/>
            <ac:picMk id="47" creationId="{49B9B3C7-637A-FF73-F589-CEEE227BC45E}"/>
          </ac:picMkLst>
        </pc:picChg>
        <pc:picChg chg="add del mod modCrop">
          <ac:chgData name="Mari-Ann Letnes" userId="471a8c04-4172-46e6-83fd-42e6258df800" providerId="ADAL" clId="{F8A90885-B191-520A-95A2-B3F5B3F69320}" dt="2026-10-20T09:47:27.979" v="2191" actId="21"/>
          <ac:picMkLst>
            <pc:docMk/>
            <pc:sldMk cId="0" sldId="2147473377"/>
            <ac:picMk id="49" creationId="{F7252DA9-118F-BBCF-32AF-36955AFB4D23}"/>
          </ac:picMkLst>
        </pc:picChg>
        <pc:picChg chg="add del mod">
          <ac:chgData name="Mari-Ann Letnes" userId="471a8c04-4172-46e6-83fd-42e6258df800" providerId="ADAL" clId="{F8A90885-B191-520A-95A2-B3F5B3F69320}" dt="2026-10-20T09:49:12.067" v="2196" actId="21"/>
          <ac:picMkLst>
            <pc:docMk/>
            <pc:sldMk cId="0" sldId="2147473377"/>
            <ac:picMk id="50" creationId="{3FF52BD1-2492-EF46-6928-057A26F92DC6}"/>
          </ac:picMkLst>
        </pc:picChg>
        <pc:picChg chg="add mod">
          <ac:chgData name="Mari-Ann Letnes" userId="471a8c04-4172-46e6-83fd-42e6258df800" providerId="ADAL" clId="{F8A90885-B191-520A-95A2-B3F5B3F69320}" dt="2026-10-20T09:54:13.966" v="2244" actId="164"/>
          <ac:picMkLst>
            <pc:docMk/>
            <pc:sldMk cId="0" sldId="2147473377"/>
            <ac:picMk id="51" creationId="{5A8A5191-23C7-B126-699F-FE1678C854E0}"/>
          </ac:picMkLst>
        </pc:picChg>
        <pc:picChg chg="add mod modCrop">
          <ac:chgData name="Mari-Ann Letnes" userId="471a8c04-4172-46e6-83fd-42e6258df800" providerId="ADAL" clId="{F8A90885-B191-520A-95A2-B3F5B3F69320}" dt="2026-10-20T09:54:08.348" v="2243" actId="164"/>
          <ac:picMkLst>
            <pc:docMk/>
            <pc:sldMk cId="0" sldId="2147473377"/>
            <ac:picMk id="53" creationId="{1C09B832-4106-1B2F-FF74-A8DBF8FD49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422DA5-802C-7444-9E98-52DE026C1000}" type="datetimeFigureOut">
              <a:rPr lang="nb-NO" smtClean="0"/>
              <a:t>19.10.2026</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CC8A4-E8D2-984B-8CFE-75135457D77B}" type="slidenum">
              <a:rPr lang="nb-NO" smtClean="0"/>
              <a:t>‹#›</a:t>
            </a:fld>
            <a:endParaRPr lang="nb-NO"/>
          </a:p>
        </p:txBody>
      </p:sp>
    </p:spTree>
    <p:extLst>
      <p:ext uri="{BB962C8B-B14F-4D97-AF65-F5344CB8AC3E}">
        <p14:creationId xmlns:p14="http://schemas.microsoft.com/office/powerpoint/2010/main" val="120853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Å se tegn på læring er bare begynnelsen. Det formative arbeidet skjer i det du gjør med det du ser. Du kan spørre, vise, utfordre, sette ord på noe, eller vente.</a:t>
            </a:r>
          </a:p>
          <a:p>
            <a:endParaRPr/>
          </a:p>
          <a:p>
            <a:r>
              <a:t>Bjørn valgte å vente. Dermed fikk Ingrid beholde problemet sitt, og det har en verdi. Men hun visste ikke hvilke kvaliteter han så etter. Begreper som valør, kontrast og lysfordeling kunne gitt henne nye måter å undersøke prøvetrykkene på.</a:t>
            </a:r>
          </a:p>
          <a:p>
            <a:endParaRPr/>
          </a:p>
          <a:p>
            <a:r>
              <a:t>Det er her vurdering blir vurdering for læring. Læreren bruker sin faglige forståelse til å gjøre sider ved faget tilgjengelige som eleven ennå ikke har et bevisst forhold til.</a:t>
            </a:r>
          </a:p>
          <a:p>
            <a:endParaRPr/>
          </a:p>
          <a:p>
            <a:r>
              <a:t>Spørsmålet for det formative blikket blir: Når trenger eleven tid til å undersøke selv, og når bør ditt faglige skjønn gradvis bli en ressurs for elevens egen dømmekraft?</a:t>
            </a:r>
          </a:p>
          <a:p>
            <a:endParaRPr/>
          </a:p>
          <a:p>
            <a:r>
              <a:t>Med KI er dette spørsmålet enda mer aktuelt. KI venter aldri. Den gir svaret med en gang. Da blir lærerens valg om å vente, spørre eller sette ord på noe enda viktigere.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grunnleggende antakelse i undervisning og vurdering har vært at det eleven produserer, bærer spor av det eleven har gjort, tenkt og forstått. Med generativ KI blir den forbindelsen mindre selvfølgelig.</a:t>
            </a:r>
          </a:p>
          <a:p>
            <a:endParaRPr/>
          </a:p>
          <a:p>
            <a:r>
              <a:t>Det betyr ikke at produktet er uviktig. Men det må leses sammen med andre tegn. Et prøvetrykk, en logg, en muntlig begrunnelse og et ferdig produkt er ikke parallelle mål på det samme. De viser ulike sider av kompetansen.</a:t>
            </a:r>
          </a:p>
          <a:p>
            <a:endParaRPr/>
          </a:p>
          <a:p>
            <a:r>
              <a:t>Når tegnene peker samme vei, styrkes grunnlaget for vurderingen. Når de spriker, er spriket det du skal undersøke. Et gjennomarbeidet produkt kan stå i kontrast til en elev som ikke kan forklare valgene sine. Et uferdig produkt kan romme spor av betydelig kompetanse.</a:t>
            </a:r>
          </a:p>
          <a:p>
            <a:endParaRPr/>
          </a:p>
          <a:p>
            <a:r>
              <a:t>Fjørtoft minner oss om validitet og reliabilitet. En vurdering kan være reliabel uten å være valid. Hvis vi konsekvent belønner teknisk kvalitet, er vi enige, men om feil ting. Og KI er svært god på teknisk kvalitet.</a:t>
            </a:r>
          </a:p>
          <a:p>
            <a:endParaRPr/>
          </a:p>
          <a:p>
            <a:r>
              <a:t>Det profesjonelle skjønnet skal ikke erstattes av en matrise. Men det kan heller ikke være privat og taust, slik det var i Bjørns grafikkrom. Det må utvikles, artikuleres og deles i tolkningsfellesskap med kolleger.</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 er et konkret eksempel på hvordan KI-arbeidet kan gjøres synlig: læringsloggen fra syklus 1. Den har fire spor gjennom hele prosessen: elevens eget arbeid, innspill fra gruppa, innspill fra KI og elevens opplevelse av egen læring.</a:t>
            </a:r>
          </a:p>
          <a:p>
            <a:endParaRPr/>
          </a:p>
          <a:p>
            <a:r>
              <a:t>Nina sa at loggen ikke føltes som en innlevering hun skulle gjøre det bra på, men som en hjelp til å forstå hva hun hadde gjort.</a:t>
            </a:r>
          </a:p>
          <a:p>
            <a:endParaRPr/>
          </a:p>
          <a:p>
            <a:r>
              <a:t>Men i syklus 1 lot mange grupper KI lage hele manuset. Kildekritikk sto i instruksen, men var ikke bygd inn i selve arbeidet. Og Ninas tvil om eierskap ble bare synlig fordi jeg spurte henne i et intervju etterpå. Designet hjalp ikke eleven å sette ord på hva som var hennes eget. Det var utgangspunktet for neste syklus.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syklus 2 ville vi gjøre elevens eget bidrag sporbart. Loggen ble en arbeidsbok i Excel med åtte faser, og hver fase hadde samme rekkefølge: Først tenker eleven alene, så diskuterer gruppa, og så bruker de KI. KI-feltet stilte de samme tre spørsmålene hver gang: Hva spør vi KI om? Hva svarer KI? Hva synes vi om svaret?</a:t>
            </a:r>
          </a:p>
          <a:p>
            <a:endParaRPr/>
          </a:p>
          <a:p>
            <a:r>
              <a:t>Det virket på noen måter. Bidragene ble sporbare, og kildesjekk ble en fast vane i stedet for en generell instruks. Vilma skrev at de aldri stoler blindt på KI, men sjekker mot NDLA, SNL og læreboka.</a:t>
            </a:r>
          </a:p>
          <a:p>
            <a:endParaRPr/>
          </a:p>
          <a:p>
            <a:r>
              <a:t>Men loggen ble en byrde. «Excel var så mye styr», sa en elev. Og sjekkingen ble dobbeltarbeid: «Man måtte jo sjekke at det var rett, så man måtte gjøre oppgaven to ganger.» KI var dessuten fortsatt den dominerende ressursen gjennom alle fasene.</a:t>
            </a:r>
          </a:p>
          <a:p>
            <a:endParaRPr/>
          </a:p>
          <a:p>
            <a:r>
              <a:t>Lærdommen var at synlighet ikke er nok. Den må være meningsfull, altså hjelpe eleven å tenke, ikke bare dokumentere.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Syklus 3 er den designmessig mest interessante. Her flyttet vi refleksjonen og vurderingen inn i selve samhandlingen med KI.</a:t>
            </a:r>
          </a:p>
          <a:p>
            <a:endParaRPr/>
          </a:p>
          <a:p>
            <a:r>
              <a:t>Prosjektet ble utvidet til naturfag og norsk, over fire uker. Naturfaglæreren holdt bare en kort innledning og avsluttet med å si at han satte elevene på en flåte og dyttet dem ut i informasjonselva.</a:t>
            </a:r>
          </a:p>
          <a:p>
            <a:endParaRPr/>
          </a:p>
          <a:p>
            <a:r>
              <a:t>Arbeidet var delt i fire faser, og hver fase hadde sin egen KI-agent, utviklet sammen med lærerne og skolens KI-ressurspersoner. Agentene var laget for ikke å gi ferdige svar. De stilte spørsmål tilbake, ba elevene forklare og begrunne valgene sine, og sendte dem tilbake til egne beslutninger. Elevene kunne velge om de brukte agenten alene eller som gruppe.</a:t>
            </a:r>
          </a:p>
          <a:p>
            <a:endParaRPr/>
          </a:p>
          <a:p>
            <a:r>
              <a:t>Rundt agentene lå korte notater: et gruppenotat etter hver økt og et individuelt notat etter hver fase, i Forms på mobilen. Det var et direkte svar på Excel-byrden. Til slutt hadde hver elev en muntlig fagsamtale med læreren, og hver gruppe en refleksjonssamtale. Samtalene var en del av vurderingen.</a:t>
            </a:r>
          </a:p>
          <a:p>
            <a:endParaRPr/>
          </a:p>
          <a:p>
            <a:r>
              <a:t>Antakelsen var at når KI kobles til det eleven skal gjøre i akkurat denne fasen, skapes det formativ friksjon mot ren delegering.</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 er de fire faseagentene. Elevene møtte dem som fire figurer, én for hver fase i prosjektet.</a:t>
            </a:r>
          </a:p>
          <a:p>
            <a:endParaRPr/>
          </a:p>
          <a:p>
            <a:r>
              <a:t>Agent 1 hjalp elevene å pakke ut oppgaven og oppdage hva de ikke forsto ennå. Agent 2 hjalp dem å bearbeide fagstoff og KI-forslag og bygge manus. Agent 3 hjalp dem med produksjonen, å gi stoffet form for en 13-åring. Agent 4 hjalp dem å se tilbake og sette ord på valgene sine.</a:t>
            </a:r>
          </a:p>
          <a:p>
            <a:endParaRPr/>
          </a:p>
          <a:p>
            <a:r>
              <a:t>Hver agent er koblet til en dimensjon i modellen jeg skal vise dere om litt.</a:t>
            </a:r>
          </a:p>
          <a:p>
            <a:endParaRPr/>
          </a:p>
          <a:p>
            <a:r>
              <a:t>Det som var felles for alle fire, var at de var laget for å spørre tilbake. De skulle be elevene forklare med egne ord og begrunne valgene sine, og de skulle aldri skrive ferdige tekster. Elevene valgte selv om de brukte agenten som gruppe eller alene, og agentene hjalp dem også med prosessnotatene.</a:t>
            </a:r>
          </a:p>
          <a:p>
            <a:endParaRPr/>
          </a:p>
          <a:p>
            <a:r>
              <a:t>Agentene ble utviklet sammen med naturfaglæreren, norsklæreren og skolens KI-ressurspersoner.</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Holdt antakelsen? Ja og nei.</a:t>
            </a:r>
          </a:p>
          <a:p>
            <a:endParaRPr/>
          </a:p>
          <a:p>
            <a:r>
              <a:t>For noen elever virket friksjonen. Adam ble irritert først, men forsto etter hvert hva agenten skulle: «De stilte jo mange spørsmål tilbake, så du skulle reflektere selv.» Til slutt satte han ord på grensen: «Den skal ikke gjøre jobben for deg, men den kan hjelpe deg på veien dit.» Kayla opplevde at agenten hjalp gruppa i gang med å diskutere.</a:t>
            </a:r>
          </a:p>
          <a:p>
            <a:endParaRPr/>
          </a:p>
          <a:p>
            <a:r>
              <a:t>For andre ble friksjonen for stor. Ivy satt med spørsmål hun ikke kunne svare på. Mia ga opp og leste læreboka i stedet, og foreslo en annen rekkefølge: at agenten først lærte dem noe og deretter stilte spørsmål. Jan forsto hensikten, men syntes det var tungvint med mange runder. Og Kayla sa at det noen ganger ble litt for mange spørsmål.</a:t>
            </a:r>
          </a:p>
          <a:p>
            <a:endParaRPr/>
          </a:p>
          <a:p>
            <a:r>
              <a:t>Lærdommen er at friksjonen må kalibreres. Refleksjonsspørsmål forutsetter at eleven har fagkunnskap å reflektere med. Det er bakgrunnen for det andre designprinsippet.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Faseagentene i syklus 3 bygger på en modell jeg har utviklet i den nye boka mi om estetiske læreprosesser. Den beskriver hva som skjer med eleven når hun skaper.</a:t>
            </a:r>
          </a:p>
          <a:p>
            <a:endParaRPr/>
          </a:p>
          <a:p>
            <a:r>
              <a:t>Tenk på Stine ved akvarellbordet. Hun skal male en høstskog, men fargene flyter og blander seg. Hun kjemper, og så slutter hun å kjempe og begynner å følge fargene. En skitten brunfarge blir til fjell. Det er fremmedgjøring: et brudd med det forventede som åpner for noe nytt.</a:t>
            </a:r>
          </a:p>
          <a:p>
            <a:endParaRPr/>
          </a:p>
          <a:p>
            <a:r>
              <a:t>Materialdialogen er møtet med det man arbeider med, enten det er akvarell, lyd, en kilde, et datasett eller et KI-forslag. Eleven sanser og oppdager, avleser og tolker, velger og argumenterer.</a:t>
            </a:r>
          </a:p>
          <a:p>
            <a:endParaRPr/>
          </a:p>
          <a:p>
            <a:r>
              <a:t>Meningsskapingen handler om å gi forståelsen form for en mottaker. Fire gutter lager en South Park-film om mikroplast. Flasken tar salto på stranda, fisken tar salto i vannet, og publikum skjønner sammenhengen uten at den vises.</a:t>
            </a:r>
          </a:p>
          <a:p>
            <a:endParaRPr/>
          </a:p>
          <a:p>
            <a:r>
              <a:t>Tilbakekomsten er når eleven vender tilbake til det hun har skapt. Stine ser på akvarellen og tenker: Dette er det jeg som har malt.</a:t>
            </a:r>
          </a:p>
          <a:p>
            <a:endParaRPr/>
          </a:p>
          <a:p>
            <a:r>
              <a:t>Gjennom alle fire dimensjonene går tre kognitive bevegelser: undring, perspektivering og vurdering. Det er det jeg kaller kritisk tenkning som skapende praksis. Kritisk tenkning er ikke en egen aktivitet vi legger til. Den skjer i selve det skapende arbeidet.</a:t>
            </a:r>
          </a:p>
          <a:p>
            <a:endParaRPr/>
          </a:p>
          <a:p>
            <a:r>
              <a:t>Og legg merke til at modellen beskriver det KI kan ta over. Hvis KI gjør undringen, perspektiveringen og vurderingen, får eleven et produkt, men ikke prosessen.</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 er et eksempel på at KI ikke bare kan ta bort fremmedgjøringen, men selv kan skape den.</a:t>
            </a:r>
          </a:p>
          <a:p>
            <a:endParaRPr/>
          </a:p>
          <a:p>
            <a:r>
              <a:t>Karolines gruppe limer inn oppgaven, kompetansemålene og vurderingskriteriene. Noen sekunder senere ligger et ferdig manus foran dem, med fem roller og alle replikkene skrevet. De øver, og det går greit helt til de kommer til de etiske spørsmålene: Bør vi kunne endre gener for å fjerne sykdom? Hvor går grensen mellom behandling og forbedring?</a:t>
            </a:r>
          </a:p>
          <a:p>
            <a:endParaRPr/>
          </a:p>
          <a:p>
            <a:r>
              <a:t>Standpunktene står allerede der. Det er ingenting å reagere på. «Dette funker ikke», sier Karoline. Gruppa legger manuset bort og snakker med egne ord.</a:t>
            </a:r>
          </a:p>
          <a:p>
            <a:endParaRPr/>
          </a:p>
          <a:p>
            <a:r>
              <a:t>Det ferdige svaret hadde en dobbel funksjon. Først gjorde det rommet for elevenes egen undersøkelse trangere. Svaret kom før spørsmålet hadde rukket å bli deres eget. Men da de leste det høyt, skurret det. KI-svaret ble selv bruddet, og det åpnet prosessen på nytt.</a:t>
            </a:r>
          </a:p>
          <a:p>
            <a:endParaRPr/>
          </a:p>
          <a:p>
            <a:r>
              <a:t>For oss som lærere er spørsmålet: Gir vi elevene anledning til å oppdage at noe skurrer? Og gir vi undringen et sted å være?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Slik ble modellen omsatt til de fire faseagentene.</a:t>
            </a:r>
          </a:p>
          <a:p>
            <a:endParaRPr/>
          </a:p>
          <a:p>
            <a:r>
              <a:t>Fremmedgjøring handler om bruddet, uroen og åpningen, å oppdage hva man ikke forstår ennå. Agent 1 skulle hjelpe elevene å finne ut hva oppgaven faktisk krevde, og hvilke faglige og etiske spørsmål som måtte undersøkes.</a:t>
            </a:r>
          </a:p>
          <a:p>
            <a:endParaRPr/>
          </a:p>
          <a:p>
            <a:r>
              <a:t>Materialdialog handler om å arbeide med materialet, og her er KI-forslagene også materiale. Agent 2 skulle hjelpe elevene å prøve alternativer, justere og begrunne valg.</a:t>
            </a:r>
          </a:p>
          <a:p>
            <a:endParaRPr/>
          </a:p>
          <a:p>
            <a:r>
              <a:t>Meningsskaping handler om å gi fagstoffet form for en mottaker. Agent 3 skulle støtte arbeidet med eksempler, struktur og tone, mens eleven selv bedømte hvordan det virket.</a:t>
            </a:r>
          </a:p>
          <a:p>
            <a:endParaRPr/>
          </a:p>
          <a:p>
            <a:r>
              <a:t>Tilbakekomst handler om å vende tilbake til det skapte. Agent 4 skulle hjelpe elevene å sette ord på valgene sine og det de kunne stå inne for.</a:t>
            </a:r>
          </a:p>
          <a:p>
            <a:endParaRPr/>
          </a:p>
          <a:p>
            <a:r>
              <a:t>Gjennom alle fire går de samme kognitive bevegelsene: undring, perspektivering og vurdering. Dimensjonene er ikke fire trinn. De er et blikk på hvilket arbeid eleven står i, og hvilken støtte som kan føre det videre.</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Elevene lærte oss noe viktig. Fiona sa at agenten «bare ga oss mer å gruble på», og at når du ikke har noen informasjon å gruble på, blir det vanskelig å gruble. Mia ønsket at agenten først skulle forklare og så spørre.</a:t>
            </a:r>
          </a:p>
          <a:p>
            <a:endParaRPr/>
          </a:p>
          <a:p>
            <a:r>
              <a:t>Det har vi tatt inn i instruksen. Agentens pedagogiske rolle kan skrives i systemledeteksten. Her er et eksempel. Legg merke til den siste delen: Mangler eleven fagkunnskap, skal agenten først få eleven til å si hva hun mangler kunnskap om, så forklare, og så invitere videre til refleksjon.</a:t>
            </a:r>
          </a:p>
          <a:p>
            <a:endParaRPr/>
          </a:p>
          <a:p>
            <a:r>
              <a:t>Fremmedgjøringen trenger et uavklart rom, men eleven må ha noe å møte rommet med. Det er Klafkis doble åpning igjen: Fagstoffet må åpnes for eleven slik at hun kan komme videre.</a:t>
            </a:r>
          </a:p>
          <a:p>
            <a:endParaRPr/>
          </a:p>
          <a:p>
            <a:r>
              <a:t>Dette kan dere lage selv, innenfor skolens godkjente rammer for personvern og informasjonssikkerhet. Prinsippet er ikke knyttet til en bestemt plattform, men til at KI-ens rolle kan konfigureres i tråd med formålet med læreprosessen.</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Instruksen vi brukte i syklus 3, fungerte ikke helt optimalt. Og det interessante er at problemene elevene beskrev, kan spores rett tilbake til konkrete formuleringer.</a:t>
            </a:r>
          </a:p>
          <a:p>
            <a:endParaRPr/>
          </a:p>
          <a:p>
            <a:r>
              <a:t>Versjon 1 sa at agenten aldri skulle presentere fagstoff på egen hånd, og alltid stille spørsmål før den hjalp. Det er derfor Ivy satt med spørsmål hun ikke kunne svare på. I versjon 2 skal agenten forklare kort og vise til kilder når eleven mangler fagkunnskap, og så spørre.</a:t>
            </a:r>
          </a:p>
          <a:p>
            <a:endParaRPr/>
          </a:p>
          <a:p>
            <a:r>
              <a:t>Versjon 1 hadde ingen grense for spørsmål. Kayla sa det ble litt for mange. Nå er det ett spørsmål om gangen, og høyst tre før agenten gir noe tilbake: et eksempel, en mal eller en oppsummering.</a:t>
            </a:r>
          </a:p>
          <a:p>
            <a:endParaRPr/>
          </a:p>
          <a:p>
            <a:r>
              <a:t>Versjon 1 var dessuten en prosessloggbot med mange oppgaver samtidig. Nå har den én rolle, samtalepartner i fasen, og notatet tilbys når økta er ferdig.</a:t>
            </a:r>
          </a:p>
          <a:p>
            <a:endParaRPr/>
          </a:p>
          <a:p>
            <a:r>
              <a:t>Og det som virket best, tar vi med videre: Inga fikk en manusmal i stedet for et ferdig svar. Gi eksempler og maler, ikke ferdige tekster.</a:t>
            </a:r>
          </a:p>
          <a:p>
            <a:endParaRPr/>
          </a:p>
          <a:p>
            <a:r>
              <a:t>Dere får instruksene med dere, slik at dere kan lage egne agenter i deres fag.</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Dere får også prosessloggen med dere. I syklus 3 flyttet vi loggen fra Excel til Forms, og vi halverte antall faser fra åtte til fire, fordi elevene syntes åtte var for mye.</a:t>
            </a:r>
          </a:p>
          <a:p>
            <a:endParaRPr/>
          </a:p>
          <a:p>
            <a:r>
              <a:t>Det er to skjemaer. Gruppeloggen fyller én i gruppa ut de siste fem minuttene av hver økt: hva gjorde vi, hva var uklart, hva gjorde vi med det KI sa, og hva starter vi med neste gang. Fasenotatet fyller hver elev ut når fasen er ferdig. Fasevalget gir ett spørsmål for akkurat den fasen, og så kommer fem felles spørsmål om eget bidrag, egne faglige valg, KI og ett konkret eksempel på noe eleven sjekket.</a:t>
            </a:r>
          </a:p>
          <a:p>
            <a:endParaRPr/>
          </a:p>
          <a:p>
            <a:r>
              <a:t>Vi har strammet inn spørsmålene etter det vi fant. Loggene glattet ut det elevene sa i samtalene, så loggen er et grunnlag for fagsamtalen.</a:t>
            </a:r>
          </a:p>
          <a:p>
            <a:endParaRPr/>
          </a:p>
          <a:p>
            <a:r>
              <a:t>Forms ligger i skolens Microsoft 365. Elevene logger inn med skolekontoen, og dere ser svarene. To svakheter: Eleven får ikke loggen samlet, så be dem lagre kvitteringen som PDF. Og bilder som lastes opp, havner hos den som eier skjemaet.</a:t>
            </a:r>
          </a:p>
          <a:p>
            <a:endParaRPr/>
          </a:p>
          <a:p>
            <a:r>
              <a:t>[Legg inn QR-koder til malkoblingene for de to skjemaene.]</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Når podkasten er ferdig, er ikke den epistemiske prosessen nødvendigvis avsluttet. I metasamtalen vender eleven tilbake til arbeidet, både det ferdige uttrykket og samhandlingen med KI.</a:t>
            </a:r>
          </a:p>
          <a:p>
            <a:endParaRPr/>
          </a:p>
          <a:p>
            <a:r>
              <a:t>Her er fem spørsmål dere kan bruke direkte. De følger de fire dimensjonene: noe som fikk deg til å stoppe opp, KI-svar du måtte tolke og velge mellom, det du prøvde ut for mottakeren, valg du kan stå inne for, og hva du forstår annerledes nå.</a:t>
            </a:r>
          </a:p>
          <a:p>
            <a:endParaRPr/>
          </a:p>
          <a:p>
            <a:r>
              <a:t>I syklus 3 hadde vi både en individuell fagsamtale og en gruppesamtale. Den individuelle samtalen lar eleven tre ut av gruppas «vi». Gruppesamtalen viser hvordan valg ble tatt og hvordan ansvaret ble fordelt mellom elevene og KI.</a:t>
            </a:r>
          </a:p>
          <a:p>
            <a:endParaRPr/>
          </a:p>
          <a:p>
            <a:r>
              <a:t>Det viktigste: Metasamtalen er ikke en kontroll av om eleven «egentlig kan» det KI har bidratt til. Den er selv en del av læreprosessen. Det er i bevegelsen tilbake til eget arbeid at eleven kan kjenne igjen sin egen forståelse og stemme i det som er blitt til. Det var akkurat det Ingrid aldri fikk.</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meg samle det vi har arbeidet med i dag i tre spørsmål.</a:t>
            </a:r>
          </a:p>
          <a:p>
            <a:endParaRPr/>
          </a:p>
          <a:p>
            <a:r>
              <a:t>Hva ser vi når elevene er med? Et ferdig produkt viser lite om hvem som gjorde arbeidet. Se etter engasjement i handling, følelse, tenkning og initiativ.</a:t>
            </a:r>
          </a:p>
          <a:p>
            <a:endParaRPr/>
          </a:p>
          <a:p>
            <a:r>
              <a:t>Hva forteller elevene oss? Eierskap handler om å forstå, omforme og stå inne for arbeidet. Og grensen mellom støtte og erstatning går i hva støtten gjør for den enkelte eleven.</a:t>
            </a:r>
          </a:p>
          <a:p>
            <a:endParaRPr/>
          </a:p>
          <a:p>
            <a:r>
              <a:t>Hvordan designe for engasjement? Analysen kommer først, og KI-bruken er et svar på den. Gjør arbeidet synlig, kalibrer friksjonen og gi KI en avgrenset plass.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A20DD-3C34-50AF-4799-AC739D4C8960}"/>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7D13CA73-FEA5-0F72-7625-3510671A6414}"/>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28D89F5D-3624-AC44-16CA-1CC2D7283A31}"/>
              </a:ext>
            </a:extLst>
          </p:cNvPr>
          <p:cNvSpPr>
            <a:spLocks noGrp="1"/>
          </p:cNvSpPr>
          <p:nvPr>
            <p:ph type="body" idx="1"/>
          </p:nvPr>
        </p:nvSpPr>
        <p:spPr/>
        <p:txBody>
          <a:bodyPr/>
          <a:lstStyle/>
          <a:p>
            <a:r>
              <a:t>Vi startet med Ingrid og Bjørn. Hva tenker dere nå at jeg trengte fra Bjørn?</a:t>
            </a:r>
          </a:p>
          <a:p>
            <a:endParaRPr/>
          </a:p>
          <a:p>
            <a:r>
              <a:t>Jeg trengte at han stoppet litt lenger. At han ga meg et språk for det jeg så. At han gjorde det mulig for meg å vise hva jeg ikke forsto.</a:t>
            </a:r>
          </a:p>
          <a:p>
            <a:endParaRPr/>
          </a:p>
          <a:p>
            <a:r>
              <a:t>Elevene i dag har en KI som kan gi dem svaret før de har funnet spørsmålet. Hva trenger de fra dere da?</a:t>
            </a:r>
          </a:p>
          <a:p>
            <a:endParaRPr/>
          </a:p>
          <a:p>
            <a:r>
              <a:t>Skriv en exit-lapp: én ting du vil prøve i faget ditt neste uke.</a:t>
            </a:r>
          </a:p>
          <a:p>
            <a:endParaRPr/>
          </a:p>
          <a:p>
            <a:r>
              <a:t>Takk for i dag.</a:t>
            </a:r>
          </a:p>
        </p:txBody>
      </p:sp>
      <p:sp>
        <p:nvSpPr>
          <p:cNvPr id="4" name="Plassholder for lysbildenummer 3">
            <a:extLst>
              <a:ext uri="{FF2B5EF4-FFF2-40B4-BE49-F238E27FC236}">
                <a16:creationId xmlns:a16="http://schemas.microsoft.com/office/drawing/2014/main" id="{25D5B032-CA6F-3C19-BED7-960F9EBD755A}"/>
              </a:ext>
            </a:extLst>
          </p:cNvPr>
          <p:cNvSpPr>
            <a:spLocks noGrp="1"/>
          </p:cNvSpPr>
          <p:nvPr>
            <p:ph type="sldNum" sz="quarter" idx="5"/>
          </p:nvPr>
        </p:nvSpPr>
        <p:spPr/>
        <p:txBody>
          <a:bodyPr/>
          <a:lstStyle/>
          <a:p>
            <a:fld id="{DE9CC8A4-E8D2-984B-8CFE-75135457D77B}" type="slidenum">
              <a:rPr lang="nb-NO" smtClean="0"/>
              <a:t>63</a:t>
            </a:fld>
            <a:endParaRPr lang="nb-NO"/>
          </a:p>
        </p:txBody>
      </p:sp>
    </p:spTree>
    <p:extLst>
      <p:ext uri="{BB962C8B-B14F-4D97-AF65-F5344CB8AC3E}">
        <p14:creationId xmlns:p14="http://schemas.microsoft.com/office/powerpoint/2010/main" val="773142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1E1232B-9055-B048-0801-26F5B17F8335}"/>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5954B6F4-97F4-DAA3-23EE-1EB08C8F26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38F22B4F-584B-CA59-2A8B-DEF69D459CAE}"/>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5" name="Plassholder for bunntekst 4">
            <a:extLst>
              <a:ext uri="{FF2B5EF4-FFF2-40B4-BE49-F238E27FC236}">
                <a16:creationId xmlns:a16="http://schemas.microsoft.com/office/drawing/2014/main" id="{7D83B782-3384-48B2-49C5-1DC57E36330E}"/>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EB9E8171-FDEC-4BA9-8657-4E9CECD3831C}"/>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1309581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F3812F1-68E2-BA89-65AA-E0C925D22326}"/>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FD635B42-AB51-1C50-DD54-CF261F5AC0F4}"/>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A827C11A-0D41-C4FF-9ED6-3EF986B75F44}"/>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5" name="Plassholder for bunntekst 4">
            <a:extLst>
              <a:ext uri="{FF2B5EF4-FFF2-40B4-BE49-F238E27FC236}">
                <a16:creationId xmlns:a16="http://schemas.microsoft.com/office/drawing/2014/main" id="{5840774D-96AA-B185-51C1-DE7A5F59D26A}"/>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92D8C701-CF18-00E4-E9DF-CBF64FCCCC6E}"/>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1368126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7717D86-B92C-6459-1B2C-B7AC4B29A366}"/>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215D6071-FD00-5937-B214-A1945A10A0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A5D93A0B-58B9-EB36-7EE8-EDD35EF7F964}"/>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5" name="Plassholder for bunntekst 4">
            <a:extLst>
              <a:ext uri="{FF2B5EF4-FFF2-40B4-BE49-F238E27FC236}">
                <a16:creationId xmlns:a16="http://schemas.microsoft.com/office/drawing/2014/main" id="{980C6236-BA48-E7ED-EFBD-DFBC5C4399CE}"/>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8B83295F-F8F4-7121-F98F-8CABFF2D5BDA}"/>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1761151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1982275-50BE-D79B-AA3F-AA4106981EF2}"/>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E951726E-DC4B-C2E2-DA38-14970ECA6335}"/>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34A9CA65-A0DF-80AE-9A49-A7D2DEC6B2D3}"/>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E5F0A26A-13C4-8FB0-40A4-4B0D3D053DC9}"/>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6" name="Plassholder for bunntekst 5">
            <a:extLst>
              <a:ext uri="{FF2B5EF4-FFF2-40B4-BE49-F238E27FC236}">
                <a16:creationId xmlns:a16="http://schemas.microsoft.com/office/drawing/2014/main" id="{2DE896F2-D89E-9BF7-426A-E2B8B8D4A24B}"/>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ABBD3467-21E9-B4F4-3C6C-516C3C674ECF}"/>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77319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74B4B72-2620-994E-D53F-4C310C84BD65}"/>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B99594D9-8494-D7DB-4945-03F18EFD83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B2E8842D-43B0-3406-D133-900003564AC2}"/>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E1CDC16B-F57F-4AE3-79E3-F12BE4654D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CDD6672A-668D-EE5D-01DF-96847E6F92EB}"/>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13C997F0-6D61-9A03-7213-876F23485C7B}"/>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8" name="Plassholder for bunntekst 7">
            <a:extLst>
              <a:ext uri="{FF2B5EF4-FFF2-40B4-BE49-F238E27FC236}">
                <a16:creationId xmlns:a16="http://schemas.microsoft.com/office/drawing/2014/main" id="{4D9A0967-2406-CA6D-78D8-9D7758337596}"/>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5EF51B26-98EA-61BD-B2CF-9528A958321C}"/>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4112864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7579971-A0DC-602F-A20B-2BE5A57516EA}"/>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6000C9A0-36F0-08DC-4922-792DFDD61D72}"/>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4" name="Plassholder for bunntekst 3">
            <a:extLst>
              <a:ext uri="{FF2B5EF4-FFF2-40B4-BE49-F238E27FC236}">
                <a16:creationId xmlns:a16="http://schemas.microsoft.com/office/drawing/2014/main" id="{889CD811-527A-CA5B-F7AA-1FB3F940C4A1}"/>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76269E35-3D8B-28DF-B967-9DA8E39EE98C}"/>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565965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A9C7FE11-BBDF-C0EB-9CCF-D557A217B26D}"/>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3" name="Plassholder for bunntekst 2">
            <a:extLst>
              <a:ext uri="{FF2B5EF4-FFF2-40B4-BE49-F238E27FC236}">
                <a16:creationId xmlns:a16="http://schemas.microsoft.com/office/drawing/2014/main" id="{C5C8A7AE-1ACC-4D1B-8CB7-E1DE0D60459F}"/>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C7F16119-D887-ECEF-A40A-AF6064DFD01D}"/>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2984870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8ABE9EF-E6DC-0CC8-EE8C-A4CD6C41C1D6}"/>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C341E906-BB23-20F2-5E7D-741057846D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029E1777-E6EF-1192-1F8D-D1174762FF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F9036EEE-D3EB-F1A9-337F-CDBCDBDD9694}"/>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6" name="Plassholder for bunntekst 5">
            <a:extLst>
              <a:ext uri="{FF2B5EF4-FFF2-40B4-BE49-F238E27FC236}">
                <a16:creationId xmlns:a16="http://schemas.microsoft.com/office/drawing/2014/main" id="{A7699C13-6215-3836-7605-688BAA68E939}"/>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E7F699AC-8FCA-1ADA-B711-D3EEE1E2BB4B}"/>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3088668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563D741-AD5A-A852-DCD2-F79E318D8326}"/>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D708A600-B58E-60BE-7953-DD42ABDC89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AC477B47-A395-6934-233E-AFFBA4E96F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394A4084-BFE5-E134-CA76-151FE6B1C8DC}"/>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6" name="Plassholder for bunntekst 5">
            <a:extLst>
              <a:ext uri="{FF2B5EF4-FFF2-40B4-BE49-F238E27FC236}">
                <a16:creationId xmlns:a16="http://schemas.microsoft.com/office/drawing/2014/main" id="{EAE3E598-F295-EE82-0F0A-AF9DDF2DC955}"/>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C6156515-0DA1-2E4E-C176-0B74BEC59A1E}"/>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1290943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F4D04C7-1FE9-02D2-F8F9-14DAA18FD4C9}"/>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4B5F8C90-1EB1-BC91-C4F2-821E7722FB9A}"/>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9FB96BC6-7A47-D675-FDF0-26907FB3279C}"/>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5" name="Plassholder for bunntekst 4">
            <a:extLst>
              <a:ext uri="{FF2B5EF4-FFF2-40B4-BE49-F238E27FC236}">
                <a16:creationId xmlns:a16="http://schemas.microsoft.com/office/drawing/2014/main" id="{0C13A522-BF67-599D-5866-6577EAE2CD37}"/>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0DC936EB-4A55-8006-B692-B485899826CC}"/>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1461074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C8AAB70F-A07A-7958-CFAF-B8C167C1348D}"/>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A2E0842D-AF6B-A951-81A6-8FC54368B88D}"/>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75012E56-FE0A-88B6-92F1-3744AC3FB836}"/>
              </a:ext>
            </a:extLst>
          </p:cNvPr>
          <p:cNvSpPr>
            <a:spLocks noGrp="1"/>
          </p:cNvSpPr>
          <p:nvPr>
            <p:ph type="dt" sz="half" idx="10"/>
          </p:nvPr>
        </p:nvSpPr>
        <p:spPr/>
        <p:txBody>
          <a:bodyPr/>
          <a:lstStyle/>
          <a:p>
            <a:fld id="{935409FE-C23A-B942-91A4-7AEDFAD219B0}" type="datetimeFigureOut">
              <a:rPr lang="nb-NO" smtClean="0"/>
              <a:t>19.10.2026</a:t>
            </a:fld>
            <a:endParaRPr lang="nb-NO"/>
          </a:p>
        </p:txBody>
      </p:sp>
      <p:sp>
        <p:nvSpPr>
          <p:cNvPr id="5" name="Plassholder for bunntekst 4">
            <a:extLst>
              <a:ext uri="{FF2B5EF4-FFF2-40B4-BE49-F238E27FC236}">
                <a16:creationId xmlns:a16="http://schemas.microsoft.com/office/drawing/2014/main" id="{F02F2423-8B4F-2D94-8FCA-2036B8A0951C}"/>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7D340A3D-E6CA-7EAF-4277-DDCAF3AC62DB}"/>
              </a:ext>
            </a:extLst>
          </p:cNvPr>
          <p:cNvSpPr>
            <a:spLocks noGrp="1"/>
          </p:cNvSpPr>
          <p:nvPr>
            <p:ph type="sldNum" sz="quarter" idx="12"/>
          </p:nvPr>
        </p:nvSpPr>
        <p:spPr/>
        <p:txBody>
          <a:bodyPr/>
          <a:lstStyle/>
          <a:p>
            <a:fld id="{BC0A15FA-1762-2448-92DD-8C8F15EEF82B}" type="slidenum">
              <a:rPr lang="nb-NO" smtClean="0"/>
              <a:t>‹#›</a:t>
            </a:fld>
            <a:endParaRPr lang="nb-NO"/>
          </a:p>
        </p:txBody>
      </p:sp>
    </p:spTree>
    <p:extLst>
      <p:ext uri="{BB962C8B-B14F-4D97-AF65-F5344CB8AC3E}">
        <p14:creationId xmlns:p14="http://schemas.microsoft.com/office/powerpoint/2010/main" val="2570772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tel og punkttegn">
    <p:bg>
      <p:bgPr>
        <a:solidFill>
          <a:srgbClr val="222222"/>
        </a:solidFill>
        <a:effectLst/>
      </p:bgPr>
    </p:bg>
    <p:spTree>
      <p:nvGrpSpPr>
        <p:cNvPr id="1" name=""/>
        <p:cNvGrpSpPr/>
        <p:nvPr/>
      </p:nvGrpSpPr>
      <p:grpSpPr>
        <a:xfrm>
          <a:off x="0" y="0"/>
          <a:ext cx="0" cy="0"/>
          <a:chOff x="0" y="0"/>
          <a:chExt cx="0" cy="0"/>
        </a:xfrm>
      </p:grpSpPr>
      <p:sp>
        <p:nvSpPr>
          <p:cNvPr id="185" name="Linje"/>
          <p:cNvSpPr/>
          <p:nvPr/>
        </p:nvSpPr>
        <p:spPr>
          <a:xfrm flipV="1">
            <a:off x="381000" y="698316"/>
            <a:ext cx="11430000" cy="185"/>
          </a:xfrm>
          <a:prstGeom prst="line">
            <a:avLst/>
          </a:prstGeom>
          <a:ln w="25400">
            <a:solidFill>
              <a:srgbClr val="A6AAA9"/>
            </a:solidFill>
            <a:miter lim="400000"/>
          </a:ln>
        </p:spPr>
        <p:txBody>
          <a:bodyPr lIns="22859" tIns="22859" rIns="22859" bIns="22859"/>
          <a:lstStyle/>
          <a:p>
            <a:endParaRPr sz="900"/>
          </a:p>
        </p:txBody>
      </p:sp>
      <p:sp>
        <p:nvSpPr>
          <p:cNvPr id="186" name="Brødtekst nivå én…"/>
          <p:cNvSpPr txBox="1">
            <a:spLocks noGrp="1"/>
          </p:cNvSpPr>
          <p:nvPr>
            <p:ph type="body" sz="quarter" idx="1"/>
          </p:nvPr>
        </p:nvSpPr>
        <p:spPr>
          <a:xfrm>
            <a:off x="381000" y="317500"/>
            <a:ext cx="10477500" cy="317500"/>
          </a:xfrm>
          <a:prstGeom prst="rect">
            <a:avLst/>
          </a:prstGeom>
        </p:spPr>
        <p:txBody>
          <a:bodyPr anchor="b"/>
          <a:lstStyle>
            <a:lvl1pPr marL="0" indent="0" defTabSz="323850">
              <a:spcBef>
                <a:spcPts val="0"/>
              </a:spcBef>
              <a:buClrTx/>
              <a:buSzTx/>
              <a:buNone/>
              <a:defRPr sz="1800" b="0" cap="all" spc="90">
                <a:solidFill>
                  <a:srgbClr val="838787"/>
                </a:solidFill>
                <a:latin typeface="DIN Alternate Bold"/>
                <a:ea typeface="DIN Alternate Bold"/>
                <a:cs typeface="DIN Alternate Bold"/>
                <a:sym typeface="DIN Alternate Bold"/>
              </a:defRPr>
            </a:lvl1pPr>
            <a:lvl2pPr marL="636814" indent="-293914" defTabSz="323850">
              <a:spcBef>
                <a:spcPts val="0"/>
              </a:spcBef>
              <a:buClrTx/>
              <a:defRPr sz="1800" b="0" cap="all" spc="90">
                <a:solidFill>
                  <a:srgbClr val="838787"/>
                </a:solidFill>
                <a:latin typeface="DIN Alternate Bold"/>
                <a:ea typeface="DIN Alternate Bold"/>
                <a:cs typeface="DIN Alternate Bold"/>
                <a:sym typeface="DIN Alternate Bold"/>
              </a:defRPr>
            </a:lvl2pPr>
            <a:lvl3pPr marL="979714" indent="-293914" defTabSz="323850">
              <a:spcBef>
                <a:spcPts val="0"/>
              </a:spcBef>
              <a:buClrTx/>
              <a:defRPr sz="1800" b="0" cap="all" spc="90">
                <a:solidFill>
                  <a:srgbClr val="838787"/>
                </a:solidFill>
                <a:latin typeface="DIN Alternate Bold"/>
                <a:ea typeface="DIN Alternate Bold"/>
                <a:cs typeface="DIN Alternate Bold"/>
                <a:sym typeface="DIN Alternate Bold"/>
              </a:defRPr>
            </a:lvl3pPr>
            <a:lvl4pPr marL="1322614" indent="-293914" defTabSz="323850">
              <a:spcBef>
                <a:spcPts val="0"/>
              </a:spcBef>
              <a:buClrTx/>
              <a:defRPr sz="1800" b="0" cap="all" spc="90">
                <a:solidFill>
                  <a:srgbClr val="838787"/>
                </a:solidFill>
                <a:latin typeface="DIN Alternate Bold"/>
                <a:ea typeface="DIN Alternate Bold"/>
                <a:cs typeface="DIN Alternate Bold"/>
                <a:sym typeface="DIN Alternate Bold"/>
              </a:defRPr>
            </a:lvl4pPr>
            <a:lvl5pPr marL="1665514" indent="-293914" defTabSz="323850">
              <a:spcBef>
                <a:spcPts val="0"/>
              </a:spcBef>
              <a:buClrTx/>
              <a:defRPr sz="1800" b="0" cap="all" spc="90">
                <a:solidFill>
                  <a:srgbClr val="838787"/>
                </a:solidFill>
                <a:latin typeface="DIN Alternate Bold"/>
                <a:ea typeface="DIN Alternate Bold"/>
                <a:cs typeface="DIN Alternate Bold"/>
                <a:sym typeface="DIN Alternate Bold"/>
              </a:defRPr>
            </a:lvl5pPr>
          </a:lstStyle>
          <a:p>
            <a:r>
              <a:t>Brødtekst nivå én</a:t>
            </a:r>
          </a:p>
          <a:p>
            <a:pPr lvl="1"/>
            <a:r>
              <a:t>Brødtekst nivå to</a:t>
            </a:r>
          </a:p>
          <a:p>
            <a:pPr lvl="2"/>
            <a:r>
              <a:t>Brødtekst nivå tre</a:t>
            </a:r>
          </a:p>
          <a:p>
            <a:pPr lvl="3"/>
            <a:r>
              <a:t>Brødtekst nivå fire</a:t>
            </a:r>
          </a:p>
          <a:p>
            <a:pPr lvl="4"/>
            <a:r>
              <a:t>Brødtekst nivå fem</a:t>
            </a:r>
          </a:p>
        </p:txBody>
      </p:sp>
      <p:sp>
        <p:nvSpPr>
          <p:cNvPr id="187" name="Titteltekst"/>
          <p:cNvSpPr txBox="1">
            <a:spLocks noGrp="1"/>
          </p:cNvSpPr>
          <p:nvPr>
            <p:ph type="title"/>
          </p:nvPr>
        </p:nvSpPr>
        <p:spPr>
          <a:xfrm>
            <a:off x="381000" y="1079500"/>
            <a:ext cx="11430000" cy="508000"/>
          </a:xfrm>
          <a:prstGeom prst="rect">
            <a:avLst/>
          </a:prstGeom>
        </p:spPr>
        <p:txBody>
          <a:bodyPr/>
          <a:lstStyle>
            <a:lvl1pPr>
              <a:spcBef>
                <a:spcPts val="1950"/>
              </a:spcBef>
              <a:defRPr sz="4350" spc="0">
                <a:solidFill>
                  <a:srgbClr val="34A5DA"/>
                </a:solidFill>
                <a:latin typeface="DIN Condensed Bold"/>
                <a:ea typeface="DIN Condensed Bold"/>
                <a:cs typeface="DIN Condensed Bold"/>
                <a:sym typeface="DIN Condensed Bold"/>
              </a:defRPr>
            </a:lvl1pPr>
          </a:lstStyle>
          <a:p>
            <a:r>
              <a:t>Titteltekst</a:t>
            </a:r>
          </a:p>
        </p:txBody>
      </p:sp>
      <p:sp>
        <p:nvSpPr>
          <p:cNvPr id="188" name="Brødtekst nivå én…"/>
          <p:cNvSpPr txBox="1">
            <a:spLocks noGrp="1"/>
          </p:cNvSpPr>
          <p:nvPr>
            <p:ph type="body" idx="21"/>
          </p:nvPr>
        </p:nvSpPr>
        <p:spPr>
          <a:xfrm>
            <a:off x="381000" y="1930400"/>
            <a:ext cx="11430000" cy="4292600"/>
          </a:xfrm>
          <a:prstGeom prst="rect">
            <a:avLst/>
          </a:prstGeom>
        </p:spPr>
        <p:txBody>
          <a:bodyPr/>
          <a:lstStyle>
            <a:lvl1pPr marL="317500" indent="-317500" defTabSz="412750">
              <a:lnSpc>
                <a:spcPct val="100000"/>
              </a:lnSpc>
              <a:spcBef>
                <a:spcPts val="1950"/>
              </a:spcBef>
              <a:buClr>
                <a:srgbClr val="34A5DA"/>
              </a:buClr>
              <a:buSzPct val="104999"/>
              <a:buFont typeface="Avenir Next Regular"/>
              <a:buChar char="▸"/>
              <a:defRPr sz="4800" b="0">
                <a:solidFill>
                  <a:srgbClr val="838787"/>
                </a:solidFill>
                <a:latin typeface="Avenir Next Medium"/>
                <a:sym typeface="Avenir Next Medium"/>
              </a:defRPr>
            </a:lvl1pPr>
          </a:lstStyle>
          <a:p>
            <a:pPr marL="635000" indent="-635000" defTabSz="825500">
              <a:lnSpc>
                <a:spcPct val="100000"/>
              </a:lnSpc>
              <a:spcBef>
                <a:spcPts val="3900"/>
              </a:spcBef>
              <a:buClr>
                <a:srgbClr val="34A5DA"/>
              </a:buClr>
              <a:buSzPct val="104999"/>
              <a:buFont typeface="Avenir Next Regular"/>
              <a:buChar char="▸"/>
              <a:defRPr sz="4800" b="0">
                <a:solidFill>
                  <a:srgbClr val="838787"/>
                </a:solidFill>
                <a:latin typeface="Avenir Next Medium"/>
                <a:ea typeface="Avenir Next Medium"/>
                <a:cs typeface="Avenir Next Medium"/>
                <a:sym typeface="Avenir Next Medium"/>
              </a:defRPr>
            </a:pPr>
            <a:endParaRPr/>
          </a:p>
        </p:txBody>
      </p:sp>
      <p:sp>
        <p:nvSpPr>
          <p:cNvPr id="189" name="Lysbildenummer"/>
          <p:cNvSpPr txBox="1">
            <a:spLocks noGrp="1"/>
          </p:cNvSpPr>
          <p:nvPr>
            <p:ph type="sldNum" sz="quarter" idx="2"/>
          </p:nvPr>
        </p:nvSpPr>
        <p:spPr>
          <a:xfrm>
            <a:off x="11639550" y="304800"/>
            <a:ext cx="166875" cy="317500"/>
          </a:xfrm>
          <a:prstGeom prst="rect">
            <a:avLst/>
          </a:prstGeom>
        </p:spPr>
        <p:txBody>
          <a:bodyPr anchor="t"/>
          <a:lstStyle>
            <a:lvl1pPr algn="r">
              <a:lnSpc>
                <a:spcPct val="80000"/>
              </a:lnSpc>
              <a:defRPr sz="1800">
                <a:solidFill>
                  <a:srgbClr val="838787"/>
                </a:solidFill>
                <a:latin typeface="DIN Alternate Bold"/>
                <a:ea typeface="DIN Alternate Bold"/>
                <a:cs typeface="DIN Alternate Bold"/>
                <a:sym typeface="DIN Alternate Bold"/>
              </a:defRPr>
            </a:lvl1pPr>
          </a:lstStyle>
          <a:p>
            <a:fld id="{86CB4B4D-7CA3-9044-876B-883B54F8677D}" type="slidenum">
              <a:t>‹#›</a:t>
            </a:fld>
            <a:endParaRPr/>
          </a:p>
        </p:txBody>
      </p:sp>
    </p:spTree>
    <p:extLst>
      <p:ext uri="{BB962C8B-B14F-4D97-AF65-F5344CB8AC3E}">
        <p14:creationId xmlns:p14="http://schemas.microsoft.com/office/powerpoint/2010/main" val="56538174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54014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800FDF37-3FA8-EA5C-39DB-6600876C7F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806A2055-B652-A5E0-55D5-5EC3B74209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2BB2F906-1CE1-1FF5-9E92-AFF7557428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5409FE-C23A-B942-91A4-7AEDFAD219B0}" type="datetimeFigureOut">
              <a:rPr lang="nb-NO" smtClean="0"/>
              <a:t>19.10.2026</a:t>
            </a:fld>
            <a:endParaRPr lang="nb-NO"/>
          </a:p>
        </p:txBody>
      </p:sp>
      <p:sp>
        <p:nvSpPr>
          <p:cNvPr id="5" name="Plassholder for bunntekst 4">
            <a:extLst>
              <a:ext uri="{FF2B5EF4-FFF2-40B4-BE49-F238E27FC236}">
                <a16:creationId xmlns:a16="http://schemas.microsoft.com/office/drawing/2014/main" id="{FA2F5C7C-A9DF-3968-CFC2-422DE9EE3E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4F508486-A17D-A351-A98C-F4B0552A7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0A15FA-1762-2448-92DD-8C8F15EEF82B}" type="slidenum">
              <a:rPr lang="nb-NO" smtClean="0"/>
              <a:t>‹#›</a:t>
            </a:fld>
            <a:endParaRPr lang="nb-NO"/>
          </a:p>
        </p:txBody>
      </p:sp>
    </p:spTree>
    <p:extLst>
      <p:ext uri="{BB962C8B-B14F-4D97-AF65-F5344CB8AC3E}">
        <p14:creationId xmlns:p14="http://schemas.microsoft.com/office/powerpoint/2010/main" val="2429158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7.png"/><Relationship Id="rId4" Type="http://schemas.openxmlformats.org/officeDocument/2006/relationships/image" Target="../media/image38.jpg"/><Relationship Id="rId5" Type="http://schemas.openxmlformats.org/officeDocument/2006/relationships/image" Target="../media/image39.jpg"/><Relationship Id="rId6" Type="http://schemas.openxmlformats.org/officeDocument/2006/relationships/image" Target="../media/image40.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4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4.png"/><Relationship Id="rId4" Type="http://schemas.openxmlformats.org/officeDocument/2006/relationships/image" Target="../media/image3.png"/></Relationships>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Hva gjør du med det du ser?</a:t>
            </a:r>
          </a:p>
        </p:txBody>
      </p:sp>
      <p:sp>
        <p:nvSpPr>
          <p:cNvPr id="3" name="Aksentlinje"/>
          <p:cNvSpPr/>
          <p:nvPr/>
        </p:nvSpPr>
        <p:spPr>
          <a:xfrm>
            <a:off x="594360" y="1124712"/>
            <a:ext cx="2240280" cy="32004"/>
          </a:xfrm>
          <a:prstGeom prst="rect">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Det formative blikket er både faglig og pedagogisk</a:t>
            </a:r>
          </a:p>
        </p:txBody>
      </p:sp>
      <p:sp>
        <p:nvSpPr>
          <p:cNvPr id="5" name="Rounded Rectangle 4"/>
          <p:cNvSpPr/>
          <p:nvPr/>
        </p:nvSpPr>
        <p:spPr>
          <a:xfrm>
            <a:off x="594360" y="1828800"/>
            <a:ext cx="1965960" cy="685800"/>
          </a:xfrm>
          <a:prstGeom prst="roundRect">
            <a:avLst>
              <a:gd name="adj" fmla="val 30000"/>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828800"/>
            <a:ext cx="1965960" cy="685800"/>
          </a:xfrm>
          <a:prstGeom prst="rect">
            <a:avLst/>
          </a:prstGeom>
          <a:noFill/>
        </p:spPr>
        <p:txBody>
          <a:bodyPr wrap="square" lIns="0" tIns="0" rIns="0" bIns="0" anchor="ctr">
            <a:spAutoFit/>
          </a:bodyPr>
          <a:lstStyle/>
          <a:p>
            <a:pPr algn="ctr"/>
            <a:r>
              <a:rPr sz="1900" b="1" i="0">
                <a:solidFill>
                  <a:srgbClr val="FFFFFF"/>
                </a:solidFill>
              </a:rPr>
              <a:t>Spørre</a:t>
            </a:r>
          </a:p>
        </p:txBody>
      </p:sp>
      <p:sp>
        <p:nvSpPr>
          <p:cNvPr id="7" name="Rounded Rectangle 6"/>
          <p:cNvSpPr/>
          <p:nvPr/>
        </p:nvSpPr>
        <p:spPr>
          <a:xfrm>
            <a:off x="2761488" y="1828800"/>
            <a:ext cx="1965960" cy="685800"/>
          </a:xfrm>
          <a:prstGeom prst="roundRect">
            <a:avLst>
              <a:gd name="adj" fmla="val 30000"/>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761488" y="1828800"/>
            <a:ext cx="1965960" cy="685800"/>
          </a:xfrm>
          <a:prstGeom prst="rect">
            <a:avLst/>
          </a:prstGeom>
          <a:noFill/>
        </p:spPr>
        <p:txBody>
          <a:bodyPr wrap="square" lIns="0" tIns="0" rIns="0" bIns="0" anchor="ctr">
            <a:spAutoFit/>
          </a:bodyPr>
          <a:lstStyle/>
          <a:p>
            <a:pPr algn="ctr"/>
            <a:r>
              <a:rPr sz="1900" b="1" i="0">
                <a:solidFill>
                  <a:srgbClr val="FAF9F7"/>
                </a:solidFill>
              </a:rPr>
              <a:t>Vise</a:t>
            </a:r>
          </a:p>
        </p:txBody>
      </p:sp>
      <p:sp>
        <p:nvSpPr>
          <p:cNvPr id="9" name="Rounded Rectangle 8"/>
          <p:cNvSpPr/>
          <p:nvPr/>
        </p:nvSpPr>
        <p:spPr>
          <a:xfrm>
            <a:off x="4928616" y="1828800"/>
            <a:ext cx="1965960" cy="685800"/>
          </a:xfrm>
          <a:prstGeom prst="roundRect">
            <a:avLst>
              <a:gd name="adj" fmla="val 30000"/>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928616" y="1828800"/>
            <a:ext cx="1965960" cy="685800"/>
          </a:xfrm>
          <a:prstGeom prst="rect">
            <a:avLst/>
          </a:prstGeom>
          <a:noFill/>
        </p:spPr>
        <p:txBody>
          <a:bodyPr wrap="square" lIns="0" tIns="0" rIns="0" bIns="0" anchor="ctr">
            <a:spAutoFit/>
          </a:bodyPr>
          <a:lstStyle/>
          <a:p>
            <a:pPr algn="ctr"/>
            <a:r>
              <a:rPr sz="1900" b="1" i="0">
                <a:solidFill>
                  <a:srgbClr val="FFFFFF"/>
                </a:solidFill>
              </a:rPr>
              <a:t>Utfordre</a:t>
            </a:r>
          </a:p>
        </p:txBody>
      </p:sp>
      <p:sp>
        <p:nvSpPr>
          <p:cNvPr id="11" name="Rounded Rectangle 10"/>
          <p:cNvSpPr/>
          <p:nvPr/>
        </p:nvSpPr>
        <p:spPr>
          <a:xfrm>
            <a:off x="7095744" y="1828800"/>
            <a:ext cx="1965960" cy="685800"/>
          </a:xfrm>
          <a:prstGeom prst="roundRect">
            <a:avLst>
              <a:gd name="adj" fmla="val 30000"/>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095744" y="1828800"/>
            <a:ext cx="1965960" cy="685800"/>
          </a:xfrm>
          <a:prstGeom prst="rect">
            <a:avLst/>
          </a:prstGeom>
          <a:noFill/>
        </p:spPr>
        <p:txBody>
          <a:bodyPr wrap="square" lIns="0" tIns="0" rIns="0" bIns="0" anchor="ctr">
            <a:spAutoFit/>
          </a:bodyPr>
          <a:lstStyle/>
          <a:p>
            <a:pPr algn="ctr"/>
            <a:r>
              <a:rPr sz="1900" b="1" i="0">
                <a:solidFill>
                  <a:srgbClr val="FFFFFF"/>
                </a:solidFill>
              </a:rPr>
              <a:t>Sette ord på</a:t>
            </a:r>
          </a:p>
        </p:txBody>
      </p:sp>
      <p:sp>
        <p:nvSpPr>
          <p:cNvPr id="13" name="Rounded Rectangle 12"/>
          <p:cNvSpPr/>
          <p:nvPr/>
        </p:nvSpPr>
        <p:spPr>
          <a:xfrm>
            <a:off x="9262872" y="1828800"/>
            <a:ext cx="1965960" cy="685800"/>
          </a:xfrm>
          <a:prstGeom prst="roundRect">
            <a:avLst>
              <a:gd name="adj" fmla="val 30000"/>
            </a:avLst>
          </a:prstGeom>
          <a:solidFill>
            <a:srgbClr val="686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262872" y="1828800"/>
            <a:ext cx="1965960" cy="685800"/>
          </a:xfrm>
          <a:prstGeom prst="rect">
            <a:avLst/>
          </a:prstGeom>
          <a:noFill/>
        </p:spPr>
        <p:txBody>
          <a:bodyPr wrap="square" lIns="0" tIns="0" rIns="0" bIns="0" anchor="ctr">
            <a:spAutoFit/>
          </a:bodyPr>
          <a:lstStyle/>
          <a:p>
            <a:pPr algn="ctr"/>
            <a:r>
              <a:rPr sz="1900" b="1" i="0">
                <a:solidFill>
                  <a:srgbClr val="FFFFFF"/>
                </a:solidFill>
              </a:rPr>
              <a:t>Vente</a:t>
            </a:r>
          </a:p>
        </p:txBody>
      </p:sp>
      <p:sp>
        <p:nvSpPr>
          <p:cNvPr id="15" name="Rounded Rectangle 14"/>
          <p:cNvSpPr/>
          <p:nvPr/>
        </p:nvSpPr>
        <p:spPr>
          <a:xfrm>
            <a:off x="594360" y="2834640"/>
            <a:ext cx="10744200" cy="1417320"/>
          </a:xfrm>
          <a:prstGeom prst="roundRect">
            <a:avLst>
              <a:gd name="adj" fmla="val 8000"/>
            </a:avLst>
          </a:prstGeom>
          <a:solidFill>
            <a:srgbClr val="F0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14400" y="2834640"/>
            <a:ext cx="10104120" cy="1417320"/>
          </a:xfrm>
          <a:prstGeom prst="rect">
            <a:avLst/>
          </a:prstGeom>
          <a:noFill/>
        </p:spPr>
        <p:txBody>
          <a:bodyPr wrap="square" lIns="0" tIns="0" rIns="0" bIns="0" anchor="ctr">
            <a:spAutoFit/>
          </a:bodyPr>
          <a:lstStyle/>
          <a:p>
            <a:pPr algn="l"/>
            <a:r>
              <a:rPr sz="2200" b="1" i="0">
                <a:solidFill>
                  <a:srgbClr val="1E2A45"/>
                </a:solidFill>
              </a:rPr>
              <a:t>Når trenger eleven tid til å undersøke selv, og når bør ditt faglige skjønn bli en ressurs for elevens egen dømmekraft?</a:t>
            </a:r>
          </a:p>
        </p:txBody>
      </p:sp>
      <p:sp>
        <p:nvSpPr>
          <p:cNvPr id="17" name="TextBox 16"/>
          <p:cNvSpPr txBox="1"/>
          <p:nvPr/>
        </p:nvSpPr>
        <p:spPr>
          <a:xfrm>
            <a:off x="594360" y="4480560"/>
            <a:ext cx="10744200" cy="731520"/>
          </a:xfrm>
          <a:prstGeom prst="rect">
            <a:avLst/>
          </a:prstGeom>
          <a:noFill/>
        </p:spPr>
        <p:txBody>
          <a:bodyPr wrap="square" lIns="0" tIns="0" rIns="0" bIns="0" anchor="t">
            <a:spAutoFit/>
          </a:bodyPr>
          <a:lstStyle/>
          <a:p>
            <a:pPr algn="l"/>
            <a:r>
              <a:rPr sz="1600" b="1" i="0">
                <a:solidFill>
                  <a:srgbClr val="1E2A45"/>
                </a:solidFill>
              </a:rPr>
              <a:t>Ingrid: </a:t>
            </a:r>
            <a:r>
              <a:rPr sz="1600" b="0" i="0">
                <a:solidFill>
                  <a:srgbClr val="1E2A45"/>
                </a:solidFill>
              </a:rPr>
              <a:t>Begreper som valør, kontrast og lysfordeling kunne gitt henne nye måter å undersøke prøvetrykkene på.</a:t>
            </a:r>
          </a:p>
        </p:txBody>
      </p:sp>
      <p:sp>
        <p:nvSpPr>
          <p:cNvPr id="18" name="Bunnfelt"/>
          <p:cNvSpPr/>
          <p:nvPr/>
        </p:nvSpPr>
        <p:spPr>
          <a:xfrm>
            <a:off x="868680" y="5440680"/>
            <a:ext cx="10469880" cy="54864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Bunnfelt tekst"/>
          <p:cNvSpPr txBox="1"/>
          <p:nvPr/>
        </p:nvSpPr>
        <p:spPr>
          <a:xfrm>
            <a:off x="1097280" y="5440680"/>
            <a:ext cx="10012680" cy="548640"/>
          </a:xfrm>
          <a:prstGeom prst="rect">
            <a:avLst/>
          </a:prstGeom>
          <a:noFill/>
        </p:spPr>
        <p:txBody>
          <a:bodyPr wrap="square" lIns="0" tIns="0" rIns="0" bIns="0" anchor="ctr">
            <a:spAutoFit/>
          </a:bodyPr>
          <a:lstStyle/>
          <a:p>
            <a:pPr algn="ctr"/>
            <a:r>
              <a:rPr sz="1600" b="0" i="0">
                <a:solidFill>
                  <a:srgbClr val="1E2A45"/>
                </a:solidFill>
              </a:rPr>
              <a:t>Støtten skal føre prosessen videre uten å overta elevens vurderingsarbeid.</a:t>
            </a:r>
          </a:p>
        </p:txBody>
      </p:sp>
      <p:sp>
        <p:nvSpPr>
          <p:cNvPr id="20" name="Kilde"/>
          <p:cNvSpPr txBox="1"/>
          <p:nvPr/>
        </p:nvSpPr>
        <p:spPr>
          <a:xfrm>
            <a:off x="640080" y="6400800"/>
            <a:ext cx="8229600" cy="228600"/>
          </a:xfrm>
          <a:prstGeom prst="rect">
            <a:avLst/>
          </a:prstGeom>
          <a:noFill/>
        </p:spPr>
        <p:txBody>
          <a:bodyPr wrap="square" lIns="0" tIns="0" rIns="0" bIns="0" anchor="t">
            <a:spAutoFit/>
          </a:bodyPr>
          <a:lstStyle/>
          <a:p>
            <a:pPr algn="l"/>
            <a:r>
              <a:rPr sz="1000" b="0" i="0">
                <a:solidFill>
                  <a:srgbClr val="686B76"/>
                </a:solidFill>
              </a:rPr>
              <a:t>Rusmann &amp; Ejsing-Duun, 2022; Letnes, under utgivelse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Når KI har vært med, er produktet ikke nok</a:t>
            </a:r>
          </a:p>
        </p:txBody>
      </p:sp>
      <p:sp>
        <p:nvSpPr>
          <p:cNvPr id="3" name="Aksentlinje"/>
          <p:cNvSpPr/>
          <p:nvPr/>
        </p:nvSpPr>
        <p:spPr>
          <a:xfrm>
            <a:off x="594360" y="1124712"/>
            <a:ext cx="2240280" cy="32004"/>
          </a:xfrm>
          <a:prstGeom prst="rect">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Et godt produkt bærer ikke lenger selvfølgelig spor av det eleven har forstått</a:t>
            </a:r>
          </a:p>
        </p:txBody>
      </p:sp>
      <p:sp>
        <p:nvSpPr>
          <p:cNvPr id="5" name="TextBox 4"/>
          <p:cNvSpPr txBox="1"/>
          <p:nvPr/>
        </p:nvSpPr>
        <p:spPr>
          <a:xfrm>
            <a:off x="594360" y="1783080"/>
            <a:ext cx="6035040" cy="365760"/>
          </a:xfrm>
          <a:prstGeom prst="rect">
            <a:avLst/>
          </a:prstGeom>
          <a:noFill/>
        </p:spPr>
        <p:txBody>
          <a:bodyPr wrap="square" lIns="0" tIns="0" rIns="0" bIns="0" anchor="t">
            <a:spAutoFit/>
          </a:bodyPr>
          <a:lstStyle/>
          <a:p>
            <a:pPr algn="l"/>
            <a:r>
              <a:rPr sz="1900" b="1" i="0">
                <a:solidFill>
                  <a:srgbClr val="1E2A45"/>
                </a:solidFill>
              </a:rPr>
              <a:t>Les tegnene i sammenheng</a:t>
            </a:r>
          </a:p>
        </p:txBody>
      </p:sp>
      <p:sp>
        <p:nvSpPr>
          <p:cNvPr id="6" name="Rounded Rectangle 5"/>
          <p:cNvSpPr/>
          <p:nvPr/>
        </p:nvSpPr>
        <p:spPr>
          <a:xfrm>
            <a:off x="594360" y="2240280"/>
            <a:ext cx="6035040" cy="1005840"/>
          </a:xfrm>
          <a:prstGeom prst="roundRect">
            <a:avLst>
              <a:gd name="adj" fmla="val 8000"/>
            </a:avLst>
          </a:prstGeom>
          <a:solidFill>
            <a:srgbClr val="F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2240280"/>
            <a:ext cx="5577840" cy="1005840"/>
          </a:xfrm>
          <a:prstGeom prst="rect">
            <a:avLst/>
          </a:prstGeom>
          <a:noFill/>
        </p:spPr>
        <p:txBody>
          <a:bodyPr wrap="square" lIns="0" tIns="0" rIns="0" bIns="0" anchor="ctr">
            <a:spAutoFit/>
          </a:bodyPr>
          <a:lstStyle/>
          <a:p>
            <a:pPr algn="l"/>
            <a:r>
              <a:rPr sz="1700" b="1" i="0">
                <a:solidFill>
                  <a:srgbClr val="1E2A45"/>
                </a:solidFill>
              </a:rPr>
              <a:t>Gjennomarbeidet produkt</a:t>
            </a:r>
          </a:p>
          <a:p>
            <a:pPr algn="l"/>
            <a:r>
              <a:rPr sz="1500" b="0" i="0">
                <a:solidFill>
                  <a:srgbClr val="1E2A45"/>
                </a:solidFill>
              </a:rPr>
              <a:t>Eleven kan ikke forklare valgene sine.</a:t>
            </a:r>
          </a:p>
        </p:txBody>
      </p:sp>
      <p:sp>
        <p:nvSpPr>
          <p:cNvPr id="8" name="Rounded Rectangle 7"/>
          <p:cNvSpPr/>
          <p:nvPr/>
        </p:nvSpPr>
        <p:spPr>
          <a:xfrm>
            <a:off x="594360" y="3383280"/>
            <a:ext cx="6035040" cy="1005840"/>
          </a:xfrm>
          <a:prstGeom prst="roundRect">
            <a:avLst>
              <a:gd name="adj" fmla="val 8000"/>
            </a:avLst>
          </a:prstGeom>
          <a:solidFill>
            <a:srgbClr val="E7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8680" y="3383280"/>
            <a:ext cx="5577840" cy="1005840"/>
          </a:xfrm>
          <a:prstGeom prst="rect">
            <a:avLst/>
          </a:prstGeom>
          <a:noFill/>
        </p:spPr>
        <p:txBody>
          <a:bodyPr wrap="square" lIns="0" tIns="0" rIns="0" bIns="0" anchor="ctr">
            <a:spAutoFit/>
          </a:bodyPr>
          <a:lstStyle/>
          <a:p>
            <a:pPr algn="l"/>
            <a:r>
              <a:rPr sz="1700" b="1" i="0">
                <a:solidFill>
                  <a:srgbClr val="1E2A45"/>
                </a:solidFill>
              </a:rPr>
              <a:t>Uferdig produkt</a:t>
            </a:r>
          </a:p>
          <a:p>
            <a:pPr algn="l"/>
            <a:r>
              <a:rPr sz="1500" b="0" i="0">
                <a:solidFill>
                  <a:srgbClr val="1E2A45"/>
                </a:solidFill>
              </a:rPr>
              <a:t>Sporene viser en faglig og skapende prosess.</a:t>
            </a:r>
          </a:p>
        </p:txBody>
      </p:sp>
      <p:sp>
        <p:nvSpPr>
          <p:cNvPr id="10" name="TextBox 9"/>
          <p:cNvSpPr txBox="1"/>
          <p:nvPr/>
        </p:nvSpPr>
        <p:spPr>
          <a:xfrm>
            <a:off x="594360" y="4572000"/>
            <a:ext cx="6035040" cy="548640"/>
          </a:xfrm>
          <a:prstGeom prst="rect">
            <a:avLst/>
          </a:prstGeom>
          <a:noFill/>
        </p:spPr>
        <p:txBody>
          <a:bodyPr wrap="square" lIns="0" tIns="0" rIns="0" bIns="0" anchor="t">
            <a:spAutoFit/>
          </a:bodyPr>
          <a:lstStyle/>
          <a:p>
            <a:pPr algn="l"/>
            <a:r>
              <a:rPr sz="1600" b="0" i="1">
                <a:solidFill>
                  <a:srgbClr val="1E2A45"/>
                </a:solidFill>
              </a:rPr>
              <a:t>Når tegnene spriker, er spriket det du skal undersøke.</a:t>
            </a:r>
          </a:p>
        </p:txBody>
      </p:sp>
      <p:sp>
        <p:nvSpPr>
          <p:cNvPr id="11" name="Rounded Rectangle 10"/>
          <p:cNvSpPr/>
          <p:nvPr/>
        </p:nvSpPr>
        <p:spPr>
          <a:xfrm>
            <a:off x="6949440" y="1783080"/>
            <a:ext cx="4389120" cy="3383280"/>
          </a:xfrm>
          <a:prstGeom prst="roundRect">
            <a:avLst>
              <a:gd name="adj" fmla="val 5000"/>
            </a:avLst>
          </a:prstGeom>
          <a:solidFill>
            <a:srgbClr val="FFFFFF"/>
          </a:solidFill>
          <a:ln w="19050">
            <a:solidFill>
              <a:srgbClr val="3A24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223760" y="1920240"/>
            <a:ext cx="3931920" cy="3154680"/>
          </a:xfrm>
          <a:prstGeom prst="rect">
            <a:avLst/>
          </a:prstGeom>
          <a:noFill/>
        </p:spPr>
        <p:txBody>
          <a:bodyPr wrap="square" lIns="0" tIns="0" rIns="0" bIns="0" anchor="t">
            <a:spAutoFit/>
          </a:bodyPr>
          <a:lstStyle/>
          <a:p>
            <a:pPr algn="l">
              <a:spcAft>
                <a:spcPts val="600"/>
              </a:spcAft>
            </a:pPr>
            <a:r>
              <a:rPr sz="1700" b="1" i="0">
                <a:solidFill>
                  <a:srgbClr val="3A2433"/>
                </a:solidFill>
              </a:rPr>
              <a:t>Validitet</a:t>
            </a:r>
          </a:p>
          <a:p>
            <a:pPr algn="l">
              <a:spcAft>
                <a:spcPts val="600"/>
              </a:spcAft>
            </a:pPr>
            <a:r>
              <a:rPr sz="1400" b="0" i="0">
                <a:solidFill>
                  <a:srgbClr val="1E2A45"/>
                </a:solidFill>
              </a:rPr>
              <a:t>Gir det jeg legger vekt på, grunnlag for å si noe om kompetansen som skal vurderes?</a:t>
            </a:r>
          </a:p>
          <a:p>
            <a:pPr algn="l">
              <a:spcAft>
                <a:spcPts val="600"/>
              </a:spcAft>
            </a:pPr>
            <a:r>
              <a:rPr sz="1700" b="1" i="0">
                <a:solidFill>
                  <a:srgbClr val="3A2433"/>
                </a:solidFill>
              </a:rPr>
              <a:t>Reliabilitet</a:t>
            </a:r>
          </a:p>
          <a:p>
            <a:pPr algn="l">
              <a:spcAft>
                <a:spcPts val="600"/>
              </a:spcAft>
            </a:pPr>
            <a:r>
              <a:rPr sz="1400" b="0" i="0">
                <a:solidFill>
                  <a:srgbClr val="1E2A45"/>
                </a:solidFill>
              </a:rPr>
              <a:t>Vurderes like prestasjoner likt, av ulike lærere og til ulike tider?</a:t>
            </a:r>
          </a:p>
          <a:p>
            <a:pPr algn="l">
              <a:spcAft>
                <a:spcPts val="600"/>
              </a:spcAft>
            </a:pPr>
            <a:r>
              <a:rPr sz="1400" b="0" i="1">
                <a:solidFill>
                  <a:srgbClr val="1E2A45"/>
                </a:solidFill>
              </a:rPr>
              <a:t>En vurdering kan være reliabel uten å være valid. Belønner vi konsekvent teknisk kvalitet, er vi enige, men om feil ting.</a:t>
            </a:r>
          </a:p>
        </p:txBody>
      </p:sp>
      <p:sp>
        <p:nvSpPr>
          <p:cNvPr id="13" name="Bunnfelt"/>
          <p:cNvSpPr/>
          <p:nvPr/>
        </p:nvSpPr>
        <p:spPr>
          <a:xfrm>
            <a:off x="868680" y="5440680"/>
            <a:ext cx="10469880" cy="59436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Bunnfelt tekst"/>
          <p:cNvSpPr txBox="1"/>
          <p:nvPr/>
        </p:nvSpPr>
        <p:spPr>
          <a:xfrm>
            <a:off x="1097280" y="5440680"/>
            <a:ext cx="10012680" cy="594360"/>
          </a:xfrm>
          <a:prstGeom prst="rect">
            <a:avLst/>
          </a:prstGeom>
          <a:noFill/>
        </p:spPr>
        <p:txBody>
          <a:bodyPr wrap="square" lIns="0" tIns="0" rIns="0" bIns="0" anchor="ctr">
            <a:spAutoFit/>
          </a:bodyPr>
          <a:lstStyle/>
          <a:p>
            <a:pPr algn="ctr"/>
            <a:r>
              <a:rPr sz="1600" b="0" i="0">
                <a:solidFill>
                  <a:srgbClr val="1E2A45"/>
                </a:solidFill>
              </a:rPr>
              <a:t>Det profesjonelle blikket skal ikke erstattes av en matrise. Det må utvikles, artikuleres og deles.</a:t>
            </a:r>
          </a:p>
        </p:txBody>
      </p:sp>
      <p:sp>
        <p:nvSpPr>
          <p:cNvPr id="15" name="Kilde"/>
          <p:cNvSpPr txBox="1"/>
          <p:nvPr/>
        </p:nvSpPr>
        <p:spPr>
          <a:xfrm>
            <a:off x="640080" y="6400800"/>
            <a:ext cx="8229600" cy="228600"/>
          </a:xfrm>
          <a:prstGeom prst="rect">
            <a:avLst/>
          </a:prstGeom>
          <a:noFill/>
        </p:spPr>
        <p:txBody>
          <a:bodyPr wrap="square" lIns="0" tIns="0" rIns="0" bIns="0" anchor="t">
            <a:spAutoFit/>
          </a:bodyPr>
          <a:lstStyle/>
          <a:p>
            <a:pPr algn="l"/>
            <a:r>
              <a:rPr sz="1000" b="0" i="0">
                <a:solidFill>
                  <a:srgbClr val="686B76"/>
                </a:solidFill>
              </a:rPr>
              <a:t>Fjørtoft, 2025; Letnes, under utgivelse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Å gjøre KI-arbeidet synlig</a:t>
            </a:r>
          </a:p>
        </p:txBody>
      </p:sp>
      <p:sp>
        <p:nvSpPr>
          <p:cNvPr id="3" name="Aksentlinje"/>
          <p:cNvSpPr/>
          <p:nvPr/>
        </p:nvSpPr>
        <p:spPr>
          <a:xfrm>
            <a:off x="594360" y="1124712"/>
            <a:ext cx="2240280" cy="32004"/>
          </a:xfrm>
          <a:prstGeom prst="rect">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Læringsloggen fra syklus 1: fire spor gjennom hele prosessen</a:t>
            </a:r>
          </a:p>
        </p:txBody>
      </p:sp>
      <p:sp>
        <p:nvSpPr>
          <p:cNvPr id="5" name="Rounded Rectangle 4"/>
          <p:cNvSpPr/>
          <p:nvPr/>
        </p:nvSpPr>
        <p:spPr>
          <a:xfrm>
            <a:off x="594360" y="1783080"/>
            <a:ext cx="2606040" cy="548640"/>
          </a:xfrm>
          <a:prstGeom prst="roundRect">
            <a:avLst>
              <a:gd name="adj" fmla="val 15000"/>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783080"/>
            <a:ext cx="2606040" cy="548640"/>
          </a:xfrm>
          <a:prstGeom prst="rect">
            <a:avLst/>
          </a:prstGeom>
          <a:noFill/>
        </p:spPr>
        <p:txBody>
          <a:bodyPr wrap="square" lIns="0" tIns="0" rIns="0" bIns="0" anchor="ctr">
            <a:spAutoFit/>
          </a:bodyPr>
          <a:lstStyle/>
          <a:p>
            <a:pPr algn="ctr"/>
            <a:r>
              <a:rPr sz="1700" b="1" i="0">
                <a:solidFill>
                  <a:srgbClr val="FFFFFF"/>
                </a:solidFill>
              </a:rPr>
              <a:t>Mitt arbeid</a:t>
            </a:r>
          </a:p>
        </p:txBody>
      </p:sp>
      <p:sp>
        <p:nvSpPr>
          <p:cNvPr id="7" name="Rounded Rectangle 6"/>
          <p:cNvSpPr/>
          <p:nvPr/>
        </p:nvSpPr>
        <p:spPr>
          <a:xfrm>
            <a:off x="594360" y="2468880"/>
            <a:ext cx="2606040" cy="2377440"/>
          </a:xfrm>
          <a:prstGeom prst="roundRect">
            <a:avLst>
              <a:gd name="adj" fmla="val 6000"/>
            </a:avLst>
          </a:prstGeom>
          <a:solidFill>
            <a:srgbClr val="E7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60" y="2651760"/>
            <a:ext cx="2148840" cy="2103120"/>
          </a:xfrm>
          <a:prstGeom prst="rect">
            <a:avLst/>
          </a:prstGeom>
          <a:noFill/>
        </p:spPr>
        <p:txBody>
          <a:bodyPr wrap="square" lIns="0" tIns="0" rIns="0" bIns="0" anchor="t">
            <a:spAutoFit/>
          </a:bodyPr>
          <a:lstStyle/>
          <a:p>
            <a:pPr algn="l"/>
            <a:r>
              <a:rPr sz="1500" b="0" i="0">
                <a:solidFill>
                  <a:srgbClr val="1E2A45"/>
                </a:solidFill>
              </a:rPr>
              <a:t>Disposisjon, første utkast, andre utkast og ferdig produkt.</a:t>
            </a:r>
          </a:p>
        </p:txBody>
      </p:sp>
      <p:sp>
        <p:nvSpPr>
          <p:cNvPr id="9" name="Rounded Rectangle 8"/>
          <p:cNvSpPr/>
          <p:nvPr/>
        </p:nvSpPr>
        <p:spPr>
          <a:xfrm>
            <a:off x="3410712" y="1783080"/>
            <a:ext cx="2606040" cy="548640"/>
          </a:xfrm>
          <a:prstGeom prst="roundRect">
            <a:avLst>
              <a:gd name="adj" fmla="val 15000"/>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410712" y="1783080"/>
            <a:ext cx="2606040" cy="548640"/>
          </a:xfrm>
          <a:prstGeom prst="rect">
            <a:avLst/>
          </a:prstGeom>
          <a:noFill/>
        </p:spPr>
        <p:txBody>
          <a:bodyPr wrap="square" lIns="0" tIns="0" rIns="0" bIns="0" anchor="ctr">
            <a:spAutoFit/>
          </a:bodyPr>
          <a:lstStyle/>
          <a:p>
            <a:pPr algn="ctr"/>
            <a:r>
              <a:rPr sz="1700" b="1" i="0">
                <a:solidFill>
                  <a:srgbClr val="FFFFFF"/>
                </a:solidFill>
              </a:rPr>
              <a:t>Innspill fra gruppa</a:t>
            </a:r>
          </a:p>
        </p:txBody>
      </p:sp>
      <p:sp>
        <p:nvSpPr>
          <p:cNvPr id="11" name="Rounded Rectangle 10"/>
          <p:cNvSpPr/>
          <p:nvPr/>
        </p:nvSpPr>
        <p:spPr>
          <a:xfrm>
            <a:off x="3410712" y="2468880"/>
            <a:ext cx="2606040" cy="2377440"/>
          </a:xfrm>
          <a:prstGeom prst="roundRect">
            <a:avLst>
              <a:gd name="adj" fmla="val 6000"/>
            </a:avLst>
          </a:prstGeom>
          <a:solidFill>
            <a:srgbClr val="E9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639312" y="2651760"/>
            <a:ext cx="2148840" cy="2103120"/>
          </a:xfrm>
          <a:prstGeom prst="rect">
            <a:avLst/>
          </a:prstGeom>
          <a:noFill/>
        </p:spPr>
        <p:txBody>
          <a:bodyPr wrap="square" lIns="0" tIns="0" rIns="0" bIns="0" anchor="t">
            <a:spAutoFit/>
          </a:bodyPr>
          <a:lstStyle/>
          <a:p>
            <a:pPr algn="l"/>
            <a:r>
              <a:rPr sz="1500" b="0" i="0">
                <a:solidFill>
                  <a:srgbClr val="1E2A45"/>
                </a:solidFill>
              </a:rPr>
              <a:t>Hva sa gruppa, og hva tar vi med videre?</a:t>
            </a:r>
          </a:p>
        </p:txBody>
      </p:sp>
      <p:sp>
        <p:nvSpPr>
          <p:cNvPr id="13" name="Rounded Rectangle 12"/>
          <p:cNvSpPr/>
          <p:nvPr/>
        </p:nvSpPr>
        <p:spPr>
          <a:xfrm>
            <a:off x="6227064" y="1783080"/>
            <a:ext cx="2606040" cy="548640"/>
          </a:xfrm>
          <a:prstGeom prst="roundRect">
            <a:avLst>
              <a:gd name="adj" fmla="val 15000"/>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227064" y="1783080"/>
            <a:ext cx="2606040" cy="548640"/>
          </a:xfrm>
          <a:prstGeom prst="rect">
            <a:avLst/>
          </a:prstGeom>
          <a:noFill/>
        </p:spPr>
        <p:txBody>
          <a:bodyPr wrap="square" lIns="0" tIns="0" rIns="0" bIns="0" anchor="ctr">
            <a:spAutoFit/>
          </a:bodyPr>
          <a:lstStyle/>
          <a:p>
            <a:pPr algn="ctr"/>
            <a:r>
              <a:rPr sz="1700" b="1" i="0">
                <a:solidFill>
                  <a:srgbClr val="FFFFFF"/>
                </a:solidFill>
              </a:rPr>
              <a:t>Innspill fra KI</a:t>
            </a:r>
          </a:p>
        </p:txBody>
      </p:sp>
      <p:sp>
        <p:nvSpPr>
          <p:cNvPr id="15" name="Rounded Rectangle 14"/>
          <p:cNvSpPr/>
          <p:nvPr/>
        </p:nvSpPr>
        <p:spPr>
          <a:xfrm>
            <a:off x="6227064" y="2468880"/>
            <a:ext cx="2606040" cy="2377440"/>
          </a:xfrm>
          <a:prstGeom prst="roundRect">
            <a:avLst>
              <a:gd name="adj" fmla="val 6000"/>
            </a:avLst>
          </a:prstGeom>
          <a:solidFill>
            <a:srgbClr val="F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455664" y="2651760"/>
            <a:ext cx="2148840" cy="2103120"/>
          </a:xfrm>
          <a:prstGeom prst="rect">
            <a:avLst/>
          </a:prstGeom>
          <a:noFill/>
        </p:spPr>
        <p:txBody>
          <a:bodyPr wrap="square" lIns="0" tIns="0" rIns="0" bIns="0" anchor="t">
            <a:spAutoFit/>
          </a:bodyPr>
          <a:lstStyle/>
          <a:p>
            <a:pPr algn="l"/>
            <a:r>
              <a:rPr sz="1500" b="0" i="0">
                <a:solidFill>
                  <a:srgbClr val="1E2A45"/>
                </a:solidFill>
              </a:rPr>
              <a:t>Hvilke prompter brukte du? Hvilke svar tar du med videre, og hva tenker du om dem?</a:t>
            </a:r>
          </a:p>
        </p:txBody>
      </p:sp>
      <p:sp>
        <p:nvSpPr>
          <p:cNvPr id="17" name="Rounded Rectangle 16"/>
          <p:cNvSpPr/>
          <p:nvPr/>
        </p:nvSpPr>
        <p:spPr>
          <a:xfrm>
            <a:off x="9043416" y="1783080"/>
            <a:ext cx="2606040" cy="548640"/>
          </a:xfrm>
          <a:prstGeom prst="roundRect">
            <a:avLst>
              <a:gd name="adj" fmla="val 15000"/>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043416" y="1783080"/>
            <a:ext cx="2606040" cy="548640"/>
          </a:xfrm>
          <a:prstGeom prst="rect">
            <a:avLst/>
          </a:prstGeom>
          <a:noFill/>
        </p:spPr>
        <p:txBody>
          <a:bodyPr wrap="square" lIns="0" tIns="0" rIns="0" bIns="0" anchor="ctr">
            <a:spAutoFit/>
          </a:bodyPr>
          <a:lstStyle/>
          <a:p>
            <a:pPr algn="ctr"/>
            <a:r>
              <a:rPr sz="1700" b="1" i="0">
                <a:solidFill>
                  <a:srgbClr val="FFFFFF"/>
                </a:solidFill>
              </a:rPr>
              <a:t>Egen læring</a:t>
            </a:r>
          </a:p>
        </p:txBody>
      </p:sp>
      <p:sp>
        <p:nvSpPr>
          <p:cNvPr id="19" name="Rounded Rectangle 18"/>
          <p:cNvSpPr/>
          <p:nvPr/>
        </p:nvSpPr>
        <p:spPr>
          <a:xfrm>
            <a:off x="9043416" y="2468880"/>
            <a:ext cx="2606040" cy="2377440"/>
          </a:xfrm>
          <a:prstGeom prst="roundRect">
            <a:avLst>
              <a:gd name="adj" fmla="val 6000"/>
            </a:avLst>
          </a:prstGeom>
          <a:solidFill>
            <a:srgbClr val="F0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272016" y="2651760"/>
            <a:ext cx="2148840" cy="2103120"/>
          </a:xfrm>
          <a:prstGeom prst="rect">
            <a:avLst/>
          </a:prstGeom>
          <a:noFill/>
        </p:spPr>
        <p:txBody>
          <a:bodyPr wrap="square" lIns="0" tIns="0" rIns="0" bIns="0" anchor="t">
            <a:spAutoFit/>
          </a:bodyPr>
          <a:lstStyle/>
          <a:p>
            <a:pPr algn="l"/>
            <a:r>
              <a:rPr sz="1500" b="0" i="0">
                <a:solidFill>
                  <a:srgbClr val="1E2A45"/>
                </a:solidFill>
              </a:rPr>
              <a:t>Hjelper KI deg til å forstå? Eller kommer KI i veien for din egen læreprosess?</a:t>
            </a:r>
          </a:p>
        </p:txBody>
      </p:sp>
      <p:sp>
        <p:nvSpPr>
          <p:cNvPr id="21" name="Bunnfelt"/>
          <p:cNvSpPr/>
          <p:nvPr/>
        </p:nvSpPr>
        <p:spPr>
          <a:xfrm>
            <a:off x="868680" y="5120640"/>
            <a:ext cx="10469880" cy="91440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Bunnfelt tekst"/>
          <p:cNvSpPr txBox="1"/>
          <p:nvPr/>
        </p:nvSpPr>
        <p:spPr>
          <a:xfrm>
            <a:off x="1097280" y="5120640"/>
            <a:ext cx="10012680" cy="914400"/>
          </a:xfrm>
          <a:prstGeom prst="rect">
            <a:avLst/>
          </a:prstGeom>
          <a:noFill/>
        </p:spPr>
        <p:txBody>
          <a:bodyPr wrap="square" lIns="0" tIns="0" rIns="0" bIns="0" anchor="ctr">
            <a:spAutoFit/>
          </a:bodyPr>
          <a:lstStyle/>
          <a:p>
            <a:pPr algn="ctr"/>
            <a:r>
              <a:rPr sz="1600" b="0" i="0">
                <a:solidFill>
                  <a:srgbClr val="1E2A45"/>
                </a:solidFill>
              </a:rPr>
              <a:t>Erfaringen: KI-bruken ble synlig i loggen, men mange lot KI lage hele manuset. Da ble elevens eget bidrag vanskelig å se.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Syklus 2: Fast rekkefølge i hver fase</a:t>
            </a:r>
          </a:p>
        </p:txBody>
      </p:sp>
      <p:sp>
        <p:nvSpPr>
          <p:cNvPr id="3" name="Aksentlinje"/>
          <p:cNvSpPr/>
          <p:nvPr/>
        </p:nvSpPr>
        <p:spPr>
          <a:xfrm>
            <a:off x="594360" y="1124712"/>
            <a:ext cx="2240280" cy="32004"/>
          </a:xfrm>
          <a:prstGeom prst="rect">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En arbeidsbok i Excel med åtte faser, fra å bli kjent med oppgaven til refleksjon over egen læring</a:t>
            </a:r>
          </a:p>
        </p:txBody>
      </p:sp>
      <p:sp>
        <p:nvSpPr>
          <p:cNvPr id="5" name="Rounded Rectangle 4"/>
          <p:cNvSpPr/>
          <p:nvPr/>
        </p:nvSpPr>
        <p:spPr>
          <a:xfrm>
            <a:off x="594360" y="1828800"/>
            <a:ext cx="2194560" cy="2103120"/>
          </a:xfrm>
          <a:prstGeom prst="roundRect">
            <a:avLst>
              <a:gd name="adj" fmla="val 6000"/>
            </a:avLst>
          </a:prstGeom>
          <a:solidFill>
            <a:srgbClr val="E7EFEB"/>
          </a:solidFill>
          <a:ln w="15240">
            <a:solidFill>
              <a:srgbClr val="6274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22960" y="2011680"/>
            <a:ext cx="457200" cy="457200"/>
          </a:xfrm>
          <a:prstGeom prst="ellipse">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2011680"/>
            <a:ext cx="457200" cy="457200"/>
          </a:xfrm>
          <a:prstGeom prst="rect">
            <a:avLst/>
          </a:prstGeom>
          <a:noFill/>
        </p:spPr>
        <p:txBody>
          <a:bodyPr wrap="square" lIns="0" tIns="0" rIns="0" bIns="0" anchor="ctr">
            <a:spAutoFit/>
          </a:bodyPr>
          <a:lstStyle/>
          <a:p>
            <a:pPr algn="ctr"/>
            <a:r>
              <a:rPr sz="1600" b="1" i="0">
                <a:solidFill>
                  <a:srgbClr val="FFFFFF"/>
                </a:solidFill>
              </a:rPr>
              <a:t>1</a:t>
            </a:r>
          </a:p>
        </p:txBody>
      </p:sp>
      <p:sp>
        <p:nvSpPr>
          <p:cNvPr id="8" name="TextBox 7"/>
          <p:cNvSpPr txBox="1"/>
          <p:nvPr/>
        </p:nvSpPr>
        <p:spPr>
          <a:xfrm>
            <a:off x="1417320" y="2011680"/>
            <a:ext cx="1280160" cy="457200"/>
          </a:xfrm>
          <a:prstGeom prst="rect">
            <a:avLst/>
          </a:prstGeom>
          <a:noFill/>
        </p:spPr>
        <p:txBody>
          <a:bodyPr wrap="square" lIns="0" tIns="0" rIns="0" bIns="0" anchor="ctr">
            <a:spAutoFit/>
          </a:bodyPr>
          <a:lstStyle/>
          <a:p>
            <a:pPr algn="l"/>
            <a:r>
              <a:rPr sz="2000" b="1" i="0">
                <a:solidFill>
                  <a:srgbClr val="1E2A45"/>
                </a:solidFill>
              </a:rPr>
              <a:t>Alene</a:t>
            </a:r>
          </a:p>
        </p:txBody>
      </p:sp>
      <p:sp>
        <p:nvSpPr>
          <p:cNvPr id="9" name="TextBox 8"/>
          <p:cNvSpPr txBox="1"/>
          <p:nvPr/>
        </p:nvSpPr>
        <p:spPr>
          <a:xfrm>
            <a:off x="822960" y="2651760"/>
            <a:ext cx="1783080" cy="1600200"/>
          </a:xfrm>
          <a:prstGeom prst="rect">
            <a:avLst/>
          </a:prstGeom>
          <a:noFill/>
        </p:spPr>
        <p:txBody>
          <a:bodyPr wrap="square" lIns="0" tIns="0" rIns="0" bIns="0" anchor="t">
            <a:spAutoFit/>
          </a:bodyPr>
          <a:lstStyle/>
          <a:p>
            <a:pPr algn="l"/>
            <a:r>
              <a:rPr sz="1400" b="0" i="0">
                <a:solidFill>
                  <a:srgbClr val="1E2A45"/>
                </a:solidFill>
              </a:rPr>
              <a:t>Eleven tenker og skriver selv først.</a:t>
            </a:r>
          </a:p>
        </p:txBody>
      </p:sp>
      <p:sp>
        <p:nvSpPr>
          <p:cNvPr id="10" name="Chevron 9"/>
          <p:cNvSpPr/>
          <p:nvPr/>
        </p:nvSpPr>
        <p:spPr>
          <a:xfrm>
            <a:off x="2834640" y="2880360"/>
            <a:ext cx="201168" cy="41148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108960" y="1828800"/>
            <a:ext cx="2194560" cy="2103120"/>
          </a:xfrm>
          <a:prstGeom prst="roundRect">
            <a:avLst>
              <a:gd name="adj" fmla="val 6000"/>
            </a:avLst>
          </a:prstGeom>
          <a:solidFill>
            <a:srgbClr val="E9ECF3"/>
          </a:solidFill>
          <a:ln w="15240">
            <a:solidFill>
              <a:srgbClr val="1E2A4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3337560" y="2011680"/>
            <a:ext cx="457200" cy="457200"/>
          </a:xfrm>
          <a:prstGeom prst="ellipse">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337560" y="2011680"/>
            <a:ext cx="457200" cy="457200"/>
          </a:xfrm>
          <a:prstGeom prst="rect">
            <a:avLst/>
          </a:prstGeom>
          <a:noFill/>
        </p:spPr>
        <p:txBody>
          <a:bodyPr wrap="square" lIns="0" tIns="0" rIns="0" bIns="0" anchor="ctr">
            <a:spAutoFit/>
          </a:bodyPr>
          <a:lstStyle/>
          <a:p>
            <a:pPr algn="ctr"/>
            <a:r>
              <a:rPr sz="1600" b="1" i="0">
                <a:solidFill>
                  <a:srgbClr val="FFFFFF"/>
                </a:solidFill>
              </a:rPr>
              <a:t>2</a:t>
            </a:r>
          </a:p>
        </p:txBody>
      </p:sp>
      <p:sp>
        <p:nvSpPr>
          <p:cNvPr id="14" name="TextBox 13"/>
          <p:cNvSpPr txBox="1"/>
          <p:nvPr/>
        </p:nvSpPr>
        <p:spPr>
          <a:xfrm>
            <a:off x="3931920" y="2011680"/>
            <a:ext cx="1280160" cy="457200"/>
          </a:xfrm>
          <a:prstGeom prst="rect">
            <a:avLst/>
          </a:prstGeom>
          <a:noFill/>
        </p:spPr>
        <p:txBody>
          <a:bodyPr wrap="square" lIns="0" tIns="0" rIns="0" bIns="0" anchor="ctr">
            <a:spAutoFit/>
          </a:bodyPr>
          <a:lstStyle/>
          <a:p>
            <a:pPr algn="l"/>
            <a:r>
              <a:rPr sz="2000" b="1" i="0">
                <a:solidFill>
                  <a:srgbClr val="1E2A45"/>
                </a:solidFill>
              </a:rPr>
              <a:t>Gruppa</a:t>
            </a:r>
          </a:p>
        </p:txBody>
      </p:sp>
      <p:sp>
        <p:nvSpPr>
          <p:cNvPr id="15" name="TextBox 14"/>
          <p:cNvSpPr txBox="1"/>
          <p:nvPr/>
        </p:nvSpPr>
        <p:spPr>
          <a:xfrm>
            <a:off x="3337560" y="2651760"/>
            <a:ext cx="1783080" cy="1600200"/>
          </a:xfrm>
          <a:prstGeom prst="rect">
            <a:avLst/>
          </a:prstGeom>
          <a:noFill/>
        </p:spPr>
        <p:txBody>
          <a:bodyPr wrap="square" lIns="0" tIns="0" rIns="0" bIns="0" anchor="t">
            <a:spAutoFit/>
          </a:bodyPr>
          <a:lstStyle/>
          <a:p>
            <a:pPr algn="l"/>
            <a:r>
              <a:rPr sz="1400" b="0" i="0">
                <a:solidFill>
                  <a:srgbClr val="1E2A45"/>
                </a:solidFill>
              </a:rPr>
              <a:t>Gruppa diskuterer og bygger videre.</a:t>
            </a:r>
          </a:p>
        </p:txBody>
      </p:sp>
      <p:sp>
        <p:nvSpPr>
          <p:cNvPr id="16" name="Chevron 15"/>
          <p:cNvSpPr/>
          <p:nvPr/>
        </p:nvSpPr>
        <p:spPr>
          <a:xfrm>
            <a:off x="5349240" y="2880360"/>
            <a:ext cx="201168" cy="41148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623560" y="1828800"/>
            <a:ext cx="2194560" cy="2103120"/>
          </a:xfrm>
          <a:prstGeom prst="roundRect">
            <a:avLst>
              <a:gd name="adj" fmla="val 6000"/>
            </a:avLst>
          </a:prstGeom>
          <a:solidFill>
            <a:srgbClr val="F4E8EE"/>
          </a:solidFill>
          <a:ln w="15240">
            <a:solidFill>
              <a:srgbClr val="7E4A6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5852160" y="2011680"/>
            <a:ext cx="457200" cy="457200"/>
          </a:xfrm>
          <a:prstGeom prst="ellipse">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852160" y="2011680"/>
            <a:ext cx="457200" cy="457200"/>
          </a:xfrm>
          <a:prstGeom prst="rect">
            <a:avLst/>
          </a:prstGeom>
          <a:noFill/>
        </p:spPr>
        <p:txBody>
          <a:bodyPr wrap="square" lIns="0" tIns="0" rIns="0" bIns="0" anchor="ctr">
            <a:spAutoFit/>
          </a:bodyPr>
          <a:lstStyle/>
          <a:p>
            <a:pPr algn="ctr"/>
            <a:r>
              <a:rPr sz="1600" b="1" i="0">
                <a:solidFill>
                  <a:srgbClr val="FFFFFF"/>
                </a:solidFill>
              </a:rPr>
              <a:t>3</a:t>
            </a:r>
          </a:p>
        </p:txBody>
      </p:sp>
      <p:sp>
        <p:nvSpPr>
          <p:cNvPr id="20" name="TextBox 19"/>
          <p:cNvSpPr txBox="1"/>
          <p:nvPr/>
        </p:nvSpPr>
        <p:spPr>
          <a:xfrm>
            <a:off x="6446520" y="2011680"/>
            <a:ext cx="1280160" cy="457200"/>
          </a:xfrm>
          <a:prstGeom prst="rect">
            <a:avLst/>
          </a:prstGeom>
          <a:noFill/>
        </p:spPr>
        <p:txBody>
          <a:bodyPr wrap="square" lIns="0" tIns="0" rIns="0" bIns="0" anchor="ctr">
            <a:spAutoFit/>
          </a:bodyPr>
          <a:lstStyle/>
          <a:p>
            <a:pPr algn="l"/>
            <a:r>
              <a:rPr sz="2000" b="1" i="0">
                <a:solidFill>
                  <a:srgbClr val="1E2A45"/>
                </a:solidFill>
              </a:rPr>
              <a:t>KI</a:t>
            </a:r>
          </a:p>
        </p:txBody>
      </p:sp>
      <p:sp>
        <p:nvSpPr>
          <p:cNvPr id="21" name="TextBox 20"/>
          <p:cNvSpPr txBox="1"/>
          <p:nvPr/>
        </p:nvSpPr>
        <p:spPr>
          <a:xfrm>
            <a:off x="5852160" y="2651760"/>
            <a:ext cx="1783080" cy="1600200"/>
          </a:xfrm>
          <a:prstGeom prst="rect">
            <a:avLst/>
          </a:prstGeom>
          <a:noFill/>
        </p:spPr>
        <p:txBody>
          <a:bodyPr wrap="square" lIns="0" tIns="0" rIns="0" bIns="0" anchor="t">
            <a:spAutoFit/>
          </a:bodyPr>
          <a:lstStyle/>
          <a:p>
            <a:pPr algn="l"/>
            <a:r>
              <a:rPr sz="1400" b="0" i="1">
                <a:solidFill>
                  <a:srgbClr val="1E2A45"/>
                </a:solidFill>
              </a:rPr>
              <a:t>«Hva spør vi KI om? Hva svarer KI? Hva synes vi om svaret?»</a:t>
            </a:r>
          </a:p>
        </p:txBody>
      </p:sp>
      <p:sp>
        <p:nvSpPr>
          <p:cNvPr id="22" name="TextBox 21"/>
          <p:cNvSpPr txBox="1"/>
          <p:nvPr/>
        </p:nvSpPr>
        <p:spPr>
          <a:xfrm>
            <a:off x="594360" y="4160520"/>
            <a:ext cx="7315200" cy="548640"/>
          </a:xfrm>
          <a:prstGeom prst="rect">
            <a:avLst/>
          </a:prstGeom>
          <a:noFill/>
        </p:spPr>
        <p:txBody>
          <a:bodyPr wrap="square" lIns="0" tIns="0" rIns="0" bIns="0" anchor="t">
            <a:spAutoFit/>
          </a:bodyPr>
          <a:lstStyle/>
          <a:p>
            <a:pPr algn="l"/>
            <a:r>
              <a:rPr sz="1400" b="0" i="0">
                <a:solidFill>
                  <a:srgbClr val="686B76"/>
                </a:solidFill>
              </a:rPr>
              <a:t>Samme rekkefølge i alle åtte fasene. Til slutt: samtaler på tvers av grupper.</a:t>
            </a:r>
          </a:p>
        </p:txBody>
      </p:sp>
      <p:sp>
        <p:nvSpPr>
          <p:cNvPr id="23" name="Rounded Rectangle 22"/>
          <p:cNvSpPr/>
          <p:nvPr/>
        </p:nvSpPr>
        <p:spPr>
          <a:xfrm>
            <a:off x="8275320" y="1828800"/>
            <a:ext cx="3063240" cy="2697480"/>
          </a:xfrm>
          <a:prstGeom prst="roundRect">
            <a:avLst>
              <a:gd name="adj" fmla="val 5000"/>
            </a:avLst>
          </a:prstGeom>
          <a:solidFill>
            <a:srgbClr val="FFFFFF"/>
          </a:solidFill>
          <a:ln w="12700">
            <a:solidFill>
              <a:srgbClr val="686B7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503920" y="1965960"/>
            <a:ext cx="2651760" cy="365760"/>
          </a:xfrm>
          <a:prstGeom prst="rect">
            <a:avLst/>
          </a:prstGeom>
          <a:noFill/>
        </p:spPr>
        <p:txBody>
          <a:bodyPr wrap="square" lIns="0" tIns="0" rIns="0" bIns="0" anchor="t">
            <a:spAutoFit/>
          </a:bodyPr>
          <a:lstStyle/>
          <a:p>
            <a:pPr algn="l"/>
            <a:r>
              <a:rPr sz="1700" b="1" i="0">
                <a:solidFill>
                  <a:srgbClr val="1E2A45"/>
                </a:solidFill>
              </a:rPr>
              <a:t>Hva skjedde?</a:t>
            </a:r>
          </a:p>
        </p:txBody>
      </p:sp>
      <p:sp>
        <p:nvSpPr>
          <p:cNvPr id="25" name="TextBox 24"/>
          <p:cNvSpPr txBox="1"/>
          <p:nvPr/>
        </p:nvSpPr>
        <p:spPr>
          <a:xfrm>
            <a:off x="8503920" y="2377440"/>
            <a:ext cx="2651760" cy="2651760"/>
          </a:xfrm>
          <a:prstGeom prst="rect">
            <a:avLst/>
          </a:prstGeom>
          <a:noFill/>
        </p:spPr>
        <p:txBody>
          <a:bodyPr wrap="square" lIns="0" tIns="0" rIns="0" bIns="0" anchor="t">
            <a:spAutoFit/>
          </a:bodyPr>
          <a:lstStyle/>
          <a:p>
            <a:pPr algn="l">
              <a:spcAft>
                <a:spcPts val="800"/>
              </a:spcAft>
            </a:pPr>
            <a:r>
              <a:rPr sz="1400" b="1" i="0">
                <a:solidFill>
                  <a:srgbClr val="62746B"/>
                </a:solidFill>
              </a:rPr>
              <a:t>+ </a:t>
            </a:r>
            <a:r>
              <a:rPr sz="1400" b="0" i="0">
                <a:solidFill>
                  <a:srgbClr val="1E2A45"/>
                </a:solidFill>
              </a:rPr>
              <a:t>Elevenes bidrag ble sporbare, og kildesjekk ble en fast vane.</a:t>
            </a:r>
          </a:p>
          <a:p>
            <a:pPr algn="l">
              <a:spcAft>
                <a:spcPts val="800"/>
              </a:spcAft>
            </a:pPr>
            <a:r>
              <a:rPr sz="1400" b="1" i="0">
                <a:solidFill>
                  <a:srgbClr val="7E4A62"/>
                </a:solidFill>
              </a:rPr>
              <a:t>– </a:t>
            </a:r>
            <a:r>
              <a:rPr sz="1400" b="0" i="0">
                <a:solidFill>
                  <a:srgbClr val="1E2A45"/>
                </a:solidFill>
              </a:rPr>
              <a:t>Loggen ble en byrde ved siden av arbeidet.</a:t>
            </a:r>
          </a:p>
          <a:p>
            <a:pPr algn="l">
              <a:spcAft>
                <a:spcPts val="800"/>
              </a:spcAft>
            </a:pPr>
            <a:r>
              <a:rPr sz="1400" b="1" i="0">
                <a:solidFill>
                  <a:srgbClr val="7E4A62"/>
                </a:solidFill>
              </a:rPr>
              <a:t>– </a:t>
            </a:r>
            <a:r>
              <a:rPr sz="1400" b="0" i="0">
                <a:solidFill>
                  <a:srgbClr val="1E2A45"/>
                </a:solidFill>
              </a:rPr>
              <a:t>KI var fortsatt den dominerende ressursen.</a:t>
            </a:r>
          </a:p>
        </p:txBody>
      </p:sp>
      <p:sp>
        <p:nvSpPr>
          <p:cNvPr id="26" name="Bunnfelt"/>
          <p:cNvSpPr/>
          <p:nvPr/>
        </p:nvSpPr>
        <p:spPr>
          <a:xfrm>
            <a:off x="868680" y="5029200"/>
            <a:ext cx="10469880" cy="68580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Bunnfelt tekst"/>
          <p:cNvSpPr txBox="1"/>
          <p:nvPr/>
        </p:nvSpPr>
        <p:spPr>
          <a:xfrm>
            <a:off x="1097280" y="5029200"/>
            <a:ext cx="10012680" cy="685800"/>
          </a:xfrm>
          <a:prstGeom prst="rect">
            <a:avLst/>
          </a:prstGeom>
          <a:noFill/>
        </p:spPr>
        <p:txBody>
          <a:bodyPr wrap="square" lIns="0" tIns="0" rIns="0" bIns="0" anchor="ctr">
            <a:spAutoFit/>
          </a:bodyPr>
          <a:lstStyle/>
          <a:p>
            <a:pPr algn="ctr"/>
            <a:r>
              <a:rPr sz="1600" b="0" i="1">
                <a:solidFill>
                  <a:srgbClr val="1E2A45"/>
                </a:solidFill>
              </a:rPr>
              <a:t>«Man måtte jo sjekke at det var rett, så man måtte gjøre oppgaven to ganger.»  Elev, syklus 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Syklus 3: Fire faser, fire faseagenter</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Naturfag og norsk sammen i fire uker. Én KI-agent for hver fase i arbeidet.</a:t>
            </a:r>
          </a:p>
        </p:txBody>
      </p:sp>
      <p:sp>
        <p:nvSpPr>
          <p:cNvPr id="5" name="Rounded Rectangle 4"/>
          <p:cNvSpPr/>
          <p:nvPr/>
        </p:nvSpPr>
        <p:spPr>
          <a:xfrm>
            <a:off x="594360" y="1783080"/>
            <a:ext cx="2606040" cy="1051560"/>
          </a:xfrm>
          <a:prstGeom prst="roundRect">
            <a:avLst>
              <a:gd name="adj" fmla="val 12000"/>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783080"/>
            <a:ext cx="2240280" cy="1051560"/>
          </a:xfrm>
          <a:prstGeom prst="rect">
            <a:avLst/>
          </a:prstGeom>
          <a:noFill/>
        </p:spPr>
        <p:txBody>
          <a:bodyPr wrap="square" lIns="0" tIns="0" rIns="0" bIns="0" anchor="ctr">
            <a:spAutoFit/>
          </a:bodyPr>
          <a:lstStyle/>
          <a:p>
            <a:pPr algn="l"/>
            <a:r>
              <a:rPr sz="1200" b="1" i="0">
                <a:solidFill>
                  <a:srgbClr val="FFFFFF"/>
                </a:solidFill>
              </a:rPr>
              <a:t>Fase 1</a:t>
            </a:r>
          </a:p>
          <a:p>
            <a:pPr algn="l"/>
            <a:r>
              <a:rPr sz="1600" b="1" i="0">
                <a:solidFill>
                  <a:srgbClr val="FFFFFF"/>
                </a:solidFill>
              </a:rPr>
              <a:t>Oppstart og informasjons-innhenting</a:t>
            </a:r>
          </a:p>
        </p:txBody>
      </p:sp>
      <p:sp>
        <p:nvSpPr>
          <p:cNvPr id="7" name="Chevron 6"/>
          <p:cNvSpPr/>
          <p:nvPr/>
        </p:nvSpPr>
        <p:spPr>
          <a:xfrm>
            <a:off x="3209544" y="21488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10712" y="1783080"/>
            <a:ext cx="2606040" cy="1051560"/>
          </a:xfrm>
          <a:prstGeom prst="roundRect">
            <a:avLst>
              <a:gd name="adj" fmla="val 12000"/>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93592" y="1783080"/>
            <a:ext cx="2240280" cy="1051560"/>
          </a:xfrm>
          <a:prstGeom prst="rect">
            <a:avLst/>
          </a:prstGeom>
          <a:noFill/>
        </p:spPr>
        <p:txBody>
          <a:bodyPr wrap="square" lIns="0" tIns="0" rIns="0" bIns="0" anchor="ctr">
            <a:spAutoFit/>
          </a:bodyPr>
          <a:lstStyle/>
          <a:p>
            <a:pPr algn="l"/>
            <a:r>
              <a:rPr sz="1200" b="1" i="0">
                <a:solidFill>
                  <a:srgbClr val="FAF9F7"/>
                </a:solidFill>
              </a:rPr>
              <a:t>Fase 2</a:t>
            </a:r>
          </a:p>
          <a:p>
            <a:pPr algn="l"/>
            <a:r>
              <a:rPr sz="1600" b="1" i="0">
                <a:solidFill>
                  <a:srgbClr val="FAF9F7"/>
                </a:solidFill>
              </a:rPr>
              <a:t>Idé, argumentasjon og manus</a:t>
            </a:r>
          </a:p>
        </p:txBody>
      </p:sp>
      <p:sp>
        <p:nvSpPr>
          <p:cNvPr id="10" name="Chevron 9"/>
          <p:cNvSpPr/>
          <p:nvPr/>
        </p:nvSpPr>
        <p:spPr>
          <a:xfrm>
            <a:off x="6025896" y="21488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27064" y="1783080"/>
            <a:ext cx="2606040" cy="1051560"/>
          </a:xfrm>
          <a:prstGeom prst="roundRect">
            <a:avLst>
              <a:gd name="adj" fmla="val 12000"/>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9944" y="1783080"/>
            <a:ext cx="2240280" cy="1051560"/>
          </a:xfrm>
          <a:prstGeom prst="rect">
            <a:avLst/>
          </a:prstGeom>
          <a:noFill/>
        </p:spPr>
        <p:txBody>
          <a:bodyPr wrap="square" lIns="0" tIns="0" rIns="0" bIns="0" anchor="ctr">
            <a:spAutoFit/>
          </a:bodyPr>
          <a:lstStyle/>
          <a:p>
            <a:pPr algn="l"/>
            <a:r>
              <a:rPr sz="1200" b="1" i="0">
                <a:solidFill>
                  <a:srgbClr val="FFFFFF"/>
                </a:solidFill>
              </a:rPr>
              <a:t>Fase 3</a:t>
            </a:r>
          </a:p>
          <a:p>
            <a:pPr algn="l"/>
            <a:r>
              <a:rPr sz="1600" b="1" i="0">
                <a:solidFill>
                  <a:srgbClr val="FFFFFF"/>
                </a:solidFill>
              </a:rPr>
              <a:t>Produksjon</a:t>
            </a:r>
          </a:p>
        </p:txBody>
      </p:sp>
      <p:sp>
        <p:nvSpPr>
          <p:cNvPr id="13" name="Chevron 12"/>
          <p:cNvSpPr/>
          <p:nvPr/>
        </p:nvSpPr>
        <p:spPr>
          <a:xfrm>
            <a:off x="8842248" y="21488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043416" y="1783080"/>
            <a:ext cx="2606040" cy="1051560"/>
          </a:xfrm>
          <a:prstGeom prst="roundRect">
            <a:avLst>
              <a:gd name="adj" fmla="val 12000"/>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226296" y="1783080"/>
            <a:ext cx="2240280" cy="1051560"/>
          </a:xfrm>
          <a:prstGeom prst="rect">
            <a:avLst/>
          </a:prstGeom>
          <a:noFill/>
        </p:spPr>
        <p:txBody>
          <a:bodyPr wrap="square" lIns="0" tIns="0" rIns="0" bIns="0" anchor="ctr">
            <a:spAutoFit/>
          </a:bodyPr>
          <a:lstStyle/>
          <a:p>
            <a:pPr algn="l"/>
            <a:r>
              <a:rPr sz="1200" b="1" i="0">
                <a:solidFill>
                  <a:srgbClr val="FFFFFF"/>
                </a:solidFill>
              </a:rPr>
              <a:t>Fase 4</a:t>
            </a:r>
          </a:p>
          <a:p>
            <a:pPr algn="l"/>
            <a:r>
              <a:rPr sz="1600" b="1" i="0">
                <a:solidFill>
                  <a:srgbClr val="FFFFFF"/>
                </a:solidFill>
              </a:rPr>
              <a:t>Refleksjon</a:t>
            </a:r>
          </a:p>
        </p:txBody>
      </p:sp>
      <p:sp>
        <p:nvSpPr>
          <p:cNvPr id="16" name="Rounded Rectangle 15"/>
          <p:cNvSpPr/>
          <p:nvPr/>
        </p:nvSpPr>
        <p:spPr>
          <a:xfrm>
            <a:off x="594360" y="3017520"/>
            <a:ext cx="10744200" cy="1143000"/>
          </a:xfrm>
          <a:prstGeom prst="roundRect">
            <a:avLst>
              <a:gd name="adj" fmla="val 8000"/>
            </a:avLst>
          </a:prstGeom>
          <a:solidFill>
            <a:srgbClr val="F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68680" y="3017520"/>
            <a:ext cx="10241280" cy="1143000"/>
          </a:xfrm>
          <a:prstGeom prst="rect">
            <a:avLst/>
          </a:prstGeom>
          <a:noFill/>
        </p:spPr>
        <p:txBody>
          <a:bodyPr wrap="square" lIns="0" tIns="0" rIns="0" bIns="0" anchor="ctr">
            <a:spAutoFit/>
          </a:bodyPr>
          <a:lstStyle/>
          <a:p>
            <a:pPr algn="l"/>
            <a:r>
              <a:rPr sz="1600" b="1" i="0">
                <a:solidFill>
                  <a:srgbClr val="1E2A45"/>
                </a:solidFill>
              </a:rPr>
              <a:t>Faseagentene gir ikke ferdige svar. </a:t>
            </a:r>
            <a:r>
              <a:rPr sz="1600" b="0" i="0">
                <a:solidFill>
                  <a:srgbClr val="1E2A45"/>
                </a:solidFill>
              </a:rPr>
              <a:t>De spør tilbake, ber elevene forklare og begrunne valgene sine, og sender dem tilbake til egne beslutninger. Elevene velger om de bruker agenten alene eller som gruppe.</a:t>
            </a:r>
          </a:p>
        </p:txBody>
      </p:sp>
      <p:sp>
        <p:nvSpPr>
          <p:cNvPr id="18" name="TextBox 17"/>
          <p:cNvSpPr txBox="1"/>
          <p:nvPr/>
        </p:nvSpPr>
        <p:spPr>
          <a:xfrm>
            <a:off x="594360" y="4389120"/>
            <a:ext cx="2606040" cy="731520"/>
          </a:xfrm>
          <a:prstGeom prst="rect">
            <a:avLst/>
          </a:prstGeom>
          <a:noFill/>
        </p:spPr>
        <p:txBody>
          <a:bodyPr wrap="square" lIns="0" tIns="0" rIns="0" bIns="0" anchor="t">
            <a:spAutoFit/>
          </a:bodyPr>
          <a:lstStyle/>
          <a:p>
            <a:pPr algn="l"/>
            <a:r>
              <a:rPr sz="1500" b="1" i="0">
                <a:solidFill>
                  <a:srgbClr val="1E2A45"/>
                </a:solidFill>
              </a:rPr>
              <a:t>Gruppenotat</a:t>
            </a:r>
          </a:p>
          <a:p>
            <a:pPr algn="l"/>
            <a:r>
              <a:rPr sz="1300" b="0" i="0">
                <a:solidFill>
                  <a:srgbClr val="686B76"/>
                </a:solidFill>
              </a:rPr>
              <a:t>etter hver økt</a:t>
            </a:r>
          </a:p>
        </p:txBody>
      </p:sp>
      <p:sp>
        <p:nvSpPr>
          <p:cNvPr id="19" name="TextBox 18"/>
          <p:cNvSpPr txBox="1"/>
          <p:nvPr/>
        </p:nvSpPr>
        <p:spPr>
          <a:xfrm>
            <a:off x="3410712" y="4389120"/>
            <a:ext cx="2606040" cy="731520"/>
          </a:xfrm>
          <a:prstGeom prst="rect">
            <a:avLst/>
          </a:prstGeom>
          <a:noFill/>
        </p:spPr>
        <p:txBody>
          <a:bodyPr wrap="square" lIns="0" tIns="0" rIns="0" bIns="0" anchor="t">
            <a:spAutoFit/>
          </a:bodyPr>
          <a:lstStyle/>
          <a:p>
            <a:pPr algn="l"/>
            <a:r>
              <a:rPr sz="1500" b="1" i="0">
                <a:solidFill>
                  <a:srgbClr val="1E2A45"/>
                </a:solidFill>
              </a:rPr>
              <a:t>Individuelt notat</a:t>
            </a:r>
          </a:p>
          <a:p>
            <a:pPr algn="l"/>
            <a:r>
              <a:rPr sz="1300" b="0" i="0">
                <a:solidFill>
                  <a:srgbClr val="686B76"/>
                </a:solidFill>
              </a:rPr>
              <a:t>etter hver fase</a:t>
            </a:r>
          </a:p>
        </p:txBody>
      </p:sp>
      <p:sp>
        <p:nvSpPr>
          <p:cNvPr id="20" name="TextBox 19"/>
          <p:cNvSpPr txBox="1"/>
          <p:nvPr/>
        </p:nvSpPr>
        <p:spPr>
          <a:xfrm>
            <a:off x="6227064" y="4389120"/>
            <a:ext cx="2606040" cy="731520"/>
          </a:xfrm>
          <a:prstGeom prst="rect">
            <a:avLst/>
          </a:prstGeom>
          <a:noFill/>
        </p:spPr>
        <p:txBody>
          <a:bodyPr wrap="square" lIns="0" tIns="0" rIns="0" bIns="0" anchor="t">
            <a:spAutoFit/>
          </a:bodyPr>
          <a:lstStyle/>
          <a:p>
            <a:pPr algn="l"/>
            <a:r>
              <a:rPr sz="1500" b="1" i="0">
                <a:solidFill>
                  <a:srgbClr val="1E2A45"/>
                </a:solidFill>
              </a:rPr>
              <a:t>Logger på mobilen</a:t>
            </a:r>
          </a:p>
          <a:p>
            <a:pPr algn="l"/>
            <a:r>
              <a:rPr sz="1300" b="0" i="0">
                <a:solidFill>
                  <a:srgbClr val="686B76"/>
                </a:solidFill>
              </a:rPr>
              <a:t>i Forms, via QR-kode</a:t>
            </a:r>
          </a:p>
        </p:txBody>
      </p:sp>
      <p:sp>
        <p:nvSpPr>
          <p:cNvPr id="21" name="TextBox 20"/>
          <p:cNvSpPr txBox="1"/>
          <p:nvPr/>
        </p:nvSpPr>
        <p:spPr>
          <a:xfrm>
            <a:off x="9043416" y="4389120"/>
            <a:ext cx="2606040" cy="731520"/>
          </a:xfrm>
          <a:prstGeom prst="rect">
            <a:avLst/>
          </a:prstGeom>
          <a:noFill/>
        </p:spPr>
        <p:txBody>
          <a:bodyPr wrap="square" lIns="0" tIns="0" rIns="0" bIns="0" anchor="t">
            <a:spAutoFit/>
          </a:bodyPr>
          <a:lstStyle/>
          <a:p>
            <a:pPr algn="l"/>
            <a:r>
              <a:rPr sz="1500" b="1" i="0">
                <a:solidFill>
                  <a:srgbClr val="1E2A45"/>
                </a:solidFill>
              </a:rPr>
              <a:t>Muntlig fagsamtale</a:t>
            </a:r>
          </a:p>
          <a:p>
            <a:pPr algn="l"/>
            <a:r>
              <a:rPr sz="1300" b="0" i="0">
                <a:solidFill>
                  <a:srgbClr val="686B76"/>
                </a:solidFill>
              </a:rPr>
              <a:t>alene og i gruppe, del av vurderingen</a:t>
            </a:r>
          </a:p>
        </p:txBody>
      </p:sp>
      <p:sp>
        <p:nvSpPr>
          <p:cNvPr id="22" name="Bunnfelt"/>
          <p:cNvSpPr/>
          <p:nvPr/>
        </p:nvSpPr>
        <p:spPr>
          <a:xfrm>
            <a:off x="868680" y="5440680"/>
            <a:ext cx="10469880" cy="68580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Bunnfelt tekst"/>
          <p:cNvSpPr txBox="1"/>
          <p:nvPr/>
        </p:nvSpPr>
        <p:spPr>
          <a:xfrm>
            <a:off x="1097280" y="5440680"/>
            <a:ext cx="10012680" cy="685800"/>
          </a:xfrm>
          <a:prstGeom prst="rect">
            <a:avLst/>
          </a:prstGeom>
          <a:noFill/>
        </p:spPr>
        <p:txBody>
          <a:bodyPr wrap="square" lIns="0" tIns="0" rIns="0" bIns="0" anchor="ctr">
            <a:spAutoFit/>
          </a:bodyPr>
          <a:lstStyle/>
          <a:p>
            <a:pPr algn="ctr"/>
            <a:r>
              <a:rPr sz="1500" b="0" i="0">
                <a:solidFill>
                  <a:srgbClr val="1E2A45"/>
                </a:solidFill>
              </a:rPr>
              <a:t>Antakelsen: Når KI kobles til det eleven skal gjøre i akkurat denne fasen, skapes formativ friksjon mot ren delegering.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Fire faseagenter</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Én KI-agent for hver fase, laget for å spørre tilbake i stedet for å gi svar</a:t>
            </a:r>
          </a:p>
        </p:txBody>
      </p:sp>
      <p:pic>
        <p:nvPicPr>
          <p:cNvPr id="5" name="Picture 4" descr="robot1.png"/>
          <p:cNvPicPr>
            <a:picLocks noChangeAspect="1"/>
          </p:cNvPicPr>
          <p:nvPr/>
        </p:nvPicPr>
        <p:blipFill>
          <a:blip r:embed="rId3"/>
          <a:stretch>
            <a:fillRect/>
          </a:stretch>
        </p:blipFill>
        <p:spPr>
          <a:xfrm>
            <a:off x="1161288" y="1783080"/>
            <a:ext cx="1463040" cy="1463040"/>
          </a:xfrm>
          <a:prstGeom prst="rect">
            <a:avLst/>
          </a:prstGeom>
        </p:spPr>
      </p:pic>
      <p:sp>
        <p:nvSpPr>
          <p:cNvPr id="6" name="TextBox 5"/>
          <p:cNvSpPr txBox="1"/>
          <p:nvPr/>
        </p:nvSpPr>
        <p:spPr>
          <a:xfrm>
            <a:off x="594360" y="3383280"/>
            <a:ext cx="2606040" cy="274320"/>
          </a:xfrm>
          <a:prstGeom prst="rect">
            <a:avLst/>
          </a:prstGeom>
          <a:noFill/>
        </p:spPr>
        <p:txBody>
          <a:bodyPr wrap="square" lIns="0" tIns="0" rIns="0" bIns="0" anchor="t">
            <a:spAutoFit/>
          </a:bodyPr>
          <a:lstStyle/>
          <a:p>
            <a:pPr algn="ctr"/>
            <a:r>
              <a:rPr sz="1200" b="1" i="0">
                <a:solidFill>
                  <a:srgbClr val="62746B"/>
                </a:solidFill>
              </a:rPr>
              <a:t>Agent 1</a:t>
            </a:r>
          </a:p>
        </p:txBody>
      </p:sp>
      <p:sp>
        <p:nvSpPr>
          <p:cNvPr id="7" name="TextBox 6"/>
          <p:cNvSpPr txBox="1"/>
          <p:nvPr/>
        </p:nvSpPr>
        <p:spPr>
          <a:xfrm>
            <a:off x="594360" y="3639312"/>
            <a:ext cx="2606040" cy="365760"/>
          </a:xfrm>
          <a:prstGeom prst="rect">
            <a:avLst/>
          </a:prstGeom>
          <a:noFill/>
        </p:spPr>
        <p:txBody>
          <a:bodyPr wrap="square" lIns="0" tIns="0" rIns="0" bIns="0" anchor="t">
            <a:spAutoFit/>
          </a:bodyPr>
          <a:lstStyle/>
          <a:p>
            <a:pPr algn="ctr"/>
            <a:r>
              <a:rPr sz="1700" b="1" i="0">
                <a:solidFill>
                  <a:srgbClr val="1E2A45"/>
                </a:solidFill>
              </a:rPr>
              <a:t>Oppstart og utpakking</a:t>
            </a:r>
          </a:p>
        </p:txBody>
      </p:sp>
      <p:sp>
        <p:nvSpPr>
          <p:cNvPr id="8" name="Rounded Rectangle 7"/>
          <p:cNvSpPr/>
          <p:nvPr/>
        </p:nvSpPr>
        <p:spPr>
          <a:xfrm>
            <a:off x="1097280" y="4069080"/>
            <a:ext cx="1600200" cy="329184"/>
          </a:xfrm>
          <a:prstGeom prst="roundRect">
            <a:avLst>
              <a:gd name="adj" fmla="val 40000"/>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97280" y="4069080"/>
            <a:ext cx="1600200" cy="329184"/>
          </a:xfrm>
          <a:prstGeom prst="rect">
            <a:avLst/>
          </a:prstGeom>
          <a:noFill/>
        </p:spPr>
        <p:txBody>
          <a:bodyPr wrap="square" lIns="0" tIns="0" rIns="0" bIns="0" anchor="ctr">
            <a:spAutoFit/>
          </a:bodyPr>
          <a:lstStyle/>
          <a:p>
            <a:pPr algn="ctr"/>
            <a:r>
              <a:rPr sz="1200" b="1" i="0">
                <a:solidFill>
                  <a:srgbClr val="FFFFFF"/>
                </a:solidFill>
              </a:rPr>
              <a:t>Fremmedgjøring</a:t>
            </a:r>
          </a:p>
        </p:txBody>
      </p:sp>
      <p:sp>
        <p:nvSpPr>
          <p:cNvPr id="10" name="TextBox 9"/>
          <p:cNvSpPr txBox="1"/>
          <p:nvPr/>
        </p:nvSpPr>
        <p:spPr>
          <a:xfrm>
            <a:off x="685800" y="4526280"/>
            <a:ext cx="2423160" cy="822960"/>
          </a:xfrm>
          <a:prstGeom prst="rect">
            <a:avLst/>
          </a:prstGeom>
          <a:noFill/>
        </p:spPr>
        <p:txBody>
          <a:bodyPr wrap="square" lIns="0" tIns="0" rIns="0" bIns="0" anchor="t">
            <a:spAutoFit/>
          </a:bodyPr>
          <a:lstStyle/>
          <a:p>
            <a:pPr algn="ctr"/>
            <a:r>
              <a:rPr sz="1300" b="0" i="0">
                <a:solidFill>
                  <a:srgbClr val="1E2A45"/>
                </a:solidFill>
              </a:rPr>
              <a:t>Pakke ut oppgaven, forstå hva som kreves, kartlegge fagstoff og etiske spørsmål.</a:t>
            </a:r>
          </a:p>
        </p:txBody>
      </p:sp>
      <p:pic>
        <p:nvPicPr>
          <p:cNvPr id="11" name="Picture 10" descr="robot2.jpg"/>
          <p:cNvPicPr>
            <a:picLocks noChangeAspect="1"/>
          </p:cNvPicPr>
          <p:nvPr/>
        </p:nvPicPr>
        <p:blipFill>
          <a:blip r:embed="rId4"/>
          <a:stretch>
            <a:fillRect/>
          </a:stretch>
        </p:blipFill>
        <p:spPr>
          <a:xfrm>
            <a:off x="3977639" y="1783080"/>
            <a:ext cx="1463040" cy="1463040"/>
          </a:xfrm>
          <a:prstGeom prst="rect">
            <a:avLst/>
          </a:prstGeom>
        </p:spPr>
      </p:pic>
      <p:sp>
        <p:nvSpPr>
          <p:cNvPr id="12" name="TextBox 11"/>
          <p:cNvSpPr txBox="1"/>
          <p:nvPr/>
        </p:nvSpPr>
        <p:spPr>
          <a:xfrm>
            <a:off x="3410712" y="3383280"/>
            <a:ext cx="2606040" cy="274320"/>
          </a:xfrm>
          <a:prstGeom prst="rect">
            <a:avLst/>
          </a:prstGeom>
          <a:noFill/>
        </p:spPr>
        <p:txBody>
          <a:bodyPr wrap="square" lIns="0" tIns="0" rIns="0" bIns="0" anchor="t">
            <a:spAutoFit/>
          </a:bodyPr>
          <a:lstStyle/>
          <a:p>
            <a:pPr algn="ctr"/>
            <a:r>
              <a:rPr sz="1200" b="1" i="0">
                <a:solidFill>
                  <a:srgbClr val="34497A"/>
                </a:solidFill>
              </a:rPr>
              <a:t>Agent 2</a:t>
            </a:r>
          </a:p>
        </p:txBody>
      </p:sp>
      <p:sp>
        <p:nvSpPr>
          <p:cNvPr id="13" name="TextBox 12"/>
          <p:cNvSpPr txBox="1"/>
          <p:nvPr/>
        </p:nvSpPr>
        <p:spPr>
          <a:xfrm>
            <a:off x="3410712" y="3639312"/>
            <a:ext cx="2606040" cy="365760"/>
          </a:xfrm>
          <a:prstGeom prst="rect">
            <a:avLst/>
          </a:prstGeom>
          <a:noFill/>
        </p:spPr>
        <p:txBody>
          <a:bodyPr wrap="square" lIns="0" tIns="0" rIns="0" bIns="0" anchor="t">
            <a:spAutoFit/>
          </a:bodyPr>
          <a:lstStyle/>
          <a:p>
            <a:pPr algn="ctr"/>
            <a:r>
              <a:rPr sz="1700" b="1" i="0">
                <a:solidFill>
                  <a:srgbClr val="1E2A45"/>
                </a:solidFill>
              </a:rPr>
              <a:t>Idé og manus</a:t>
            </a:r>
          </a:p>
        </p:txBody>
      </p:sp>
      <p:sp>
        <p:nvSpPr>
          <p:cNvPr id="14" name="Rounded Rectangle 13"/>
          <p:cNvSpPr/>
          <p:nvPr/>
        </p:nvSpPr>
        <p:spPr>
          <a:xfrm>
            <a:off x="3913632" y="4069080"/>
            <a:ext cx="1600200" cy="329184"/>
          </a:xfrm>
          <a:prstGeom prst="roundRect">
            <a:avLst>
              <a:gd name="adj" fmla="val 40000"/>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913632" y="4069080"/>
            <a:ext cx="1600200" cy="329184"/>
          </a:xfrm>
          <a:prstGeom prst="rect">
            <a:avLst/>
          </a:prstGeom>
          <a:noFill/>
        </p:spPr>
        <p:txBody>
          <a:bodyPr wrap="square" lIns="0" tIns="0" rIns="0" bIns="0" anchor="ctr">
            <a:spAutoFit/>
          </a:bodyPr>
          <a:lstStyle/>
          <a:p>
            <a:pPr algn="ctr"/>
            <a:r>
              <a:rPr sz="1200" b="1" i="0">
                <a:solidFill>
                  <a:srgbClr val="FAF9F7"/>
                </a:solidFill>
              </a:rPr>
              <a:t>Materialdialog</a:t>
            </a:r>
          </a:p>
        </p:txBody>
      </p:sp>
      <p:sp>
        <p:nvSpPr>
          <p:cNvPr id="16" name="TextBox 15"/>
          <p:cNvSpPr txBox="1"/>
          <p:nvPr/>
        </p:nvSpPr>
        <p:spPr>
          <a:xfrm>
            <a:off x="3502152" y="4526280"/>
            <a:ext cx="2423160" cy="822960"/>
          </a:xfrm>
          <a:prstGeom prst="rect">
            <a:avLst/>
          </a:prstGeom>
          <a:noFill/>
        </p:spPr>
        <p:txBody>
          <a:bodyPr wrap="square" lIns="0" tIns="0" rIns="0" bIns="0" anchor="t">
            <a:spAutoFit/>
          </a:bodyPr>
          <a:lstStyle/>
          <a:p>
            <a:pPr algn="ctr"/>
            <a:r>
              <a:rPr sz="1300" b="0" i="0">
                <a:solidFill>
                  <a:srgbClr val="1E2A45"/>
                </a:solidFill>
              </a:rPr>
              <a:t>Bearbeide fagstoff og KI-forslag, bygge manus og velge argumenter.</a:t>
            </a:r>
          </a:p>
        </p:txBody>
      </p:sp>
      <p:pic>
        <p:nvPicPr>
          <p:cNvPr id="17" name="Picture 16" descr="robot3.jpg"/>
          <p:cNvPicPr>
            <a:picLocks noChangeAspect="1"/>
          </p:cNvPicPr>
          <p:nvPr/>
        </p:nvPicPr>
        <p:blipFill>
          <a:blip r:embed="rId5"/>
          <a:stretch>
            <a:fillRect/>
          </a:stretch>
        </p:blipFill>
        <p:spPr>
          <a:xfrm>
            <a:off x="6793992" y="1783080"/>
            <a:ext cx="1463040" cy="1463040"/>
          </a:xfrm>
          <a:prstGeom prst="rect">
            <a:avLst/>
          </a:prstGeom>
        </p:spPr>
      </p:pic>
      <p:sp>
        <p:nvSpPr>
          <p:cNvPr id="18" name="TextBox 17"/>
          <p:cNvSpPr txBox="1"/>
          <p:nvPr/>
        </p:nvSpPr>
        <p:spPr>
          <a:xfrm>
            <a:off x="6227064" y="3383280"/>
            <a:ext cx="2606040" cy="274320"/>
          </a:xfrm>
          <a:prstGeom prst="rect">
            <a:avLst/>
          </a:prstGeom>
          <a:noFill/>
        </p:spPr>
        <p:txBody>
          <a:bodyPr wrap="square" lIns="0" tIns="0" rIns="0" bIns="0" anchor="t">
            <a:spAutoFit/>
          </a:bodyPr>
          <a:lstStyle/>
          <a:p>
            <a:pPr algn="ctr"/>
            <a:r>
              <a:rPr sz="1200" b="1" i="0">
                <a:solidFill>
                  <a:srgbClr val="7E4A62"/>
                </a:solidFill>
              </a:rPr>
              <a:t>Agent 3</a:t>
            </a:r>
          </a:p>
        </p:txBody>
      </p:sp>
      <p:sp>
        <p:nvSpPr>
          <p:cNvPr id="19" name="TextBox 18"/>
          <p:cNvSpPr txBox="1"/>
          <p:nvPr/>
        </p:nvSpPr>
        <p:spPr>
          <a:xfrm>
            <a:off x="6227064" y="3639312"/>
            <a:ext cx="2606040" cy="365760"/>
          </a:xfrm>
          <a:prstGeom prst="rect">
            <a:avLst/>
          </a:prstGeom>
          <a:noFill/>
        </p:spPr>
        <p:txBody>
          <a:bodyPr wrap="square" lIns="0" tIns="0" rIns="0" bIns="0" anchor="t">
            <a:spAutoFit/>
          </a:bodyPr>
          <a:lstStyle/>
          <a:p>
            <a:pPr algn="ctr"/>
            <a:r>
              <a:rPr sz="1700" b="1" i="0">
                <a:solidFill>
                  <a:srgbClr val="1E2A45"/>
                </a:solidFill>
              </a:rPr>
              <a:t>Produksjon</a:t>
            </a:r>
          </a:p>
        </p:txBody>
      </p:sp>
      <p:sp>
        <p:nvSpPr>
          <p:cNvPr id="20" name="Rounded Rectangle 19"/>
          <p:cNvSpPr/>
          <p:nvPr/>
        </p:nvSpPr>
        <p:spPr>
          <a:xfrm>
            <a:off x="6729984" y="4069080"/>
            <a:ext cx="1600200" cy="329184"/>
          </a:xfrm>
          <a:prstGeom prst="roundRect">
            <a:avLst>
              <a:gd name="adj" fmla="val 40000"/>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29984" y="4069080"/>
            <a:ext cx="1600200" cy="329184"/>
          </a:xfrm>
          <a:prstGeom prst="rect">
            <a:avLst/>
          </a:prstGeom>
          <a:noFill/>
        </p:spPr>
        <p:txBody>
          <a:bodyPr wrap="square" lIns="0" tIns="0" rIns="0" bIns="0" anchor="ctr">
            <a:spAutoFit/>
          </a:bodyPr>
          <a:lstStyle/>
          <a:p>
            <a:pPr algn="ctr"/>
            <a:r>
              <a:rPr sz="1200" b="1" i="0">
                <a:solidFill>
                  <a:srgbClr val="FFFFFF"/>
                </a:solidFill>
              </a:rPr>
              <a:t>Meningsskaping</a:t>
            </a:r>
          </a:p>
        </p:txBody>
      </p:sp>
      <p:sp>
        <p:nvSpPr>
          <p:cNvPr id="22" name="TextBox 21"/>
          <p:cNvSpPr txBox="1"/>
          <p:nvPr/>
        </p:nvSpPr>
        <p:spPr>
          <a:xfrm>
            <a:off x="6318504" y="4526280"/>
            <a:ext cx="2423160" cy="822960"/>
          </a:xfrm>
          <a:prstGeom prst="rect">
            <a:avLst/>
          </a:prstGeom>
          <a:noFill/>
        </p:spPr>
        <p:txBody>
          <a:bodyPr wrap="square" lIns="0" tIns="0" rIns="0" bIns="0" anchor="t">
            <a:spAutoFit/>
          </a:bodyPr>
          <a:lstStyle/>
          <a:p>
            <a:pPr algn="ctr"/>
            <a:r>
              <a:rPr sz="1300" b="0" i="0">
                <a:solidFill>
                  <a:srgbClr val="1E2A45"/>
                </a:solidFill>
              </a:rPr>
              <a:t>Gi fagstoffet form for mottakeren, øve, spille inn og justere.</a:t>
            </a:r>
          </a:p>
        </p:txBody>
      </p:sp>
      <p:pic>
        <p:nvPicPr>
          <p:cNvPr id="23" name="Picture 22" descr="robot4.jpg"/>
          <p:cNvPicPr>
            <a:picLocks noChangeAspect="1"/>
          </p:cNvPicPr>
          <p:nvPr/>
        </p:nvPicPr>
        <p:blipFill>
          <a:blip r:embed="rId6"/>
          <a:stretch>
            <a:fillRect/>
          </a:stretch>
        </p:blipFill>
        <p:spPr>
          <a:xfrm>
            <a:off x="9610344" y="1783080"/>
            <a:ext cx="1463040" cy="1463040"/>
          </a:xfrm>
          <a:prstGeom prst="rect">
            <a:avLst/>
          </a:prstGeom>
        </p:spPr>
      </p:pic>
      <p:sp>
        <p:nvSpPr>
          <p:cNvPr id="24" name="TextBox 23"/>
          <p:cNvSpPr txBox="1"/>
          <p:nvPr/>
        </p:nvSpPr>
        <p:spPr>
          <a:xfrm>
            <a:off x="9043416" y="3383280"/>
            <a:ext cx="2606040" cy="274320"/>
          </a:xfrm>
          <a:prstGeom prst="rect">
            <a:avLst/>
          </a:prstGeom>
          <a:noFill/>
        </p:spPr>
        <p:txBody>
          <a:bodyPr wrap="square" lIns="0" tIns="0" rIns="0" bIns="0" anchor="t">
            <a:spAutoFit/>
          </a:bodyPr>
          <a:lstStyle/>
          <a:p>
            <a:pPr algn="ctr"/>
            <a:r>
              <a:rPr sz="1200" b="1" i="0">
                <a:solidFill>
                  <a:srgbClr val="3A2433"/>
                </a:solidFill>
              </a:rPr>
              <a:t>Agent 4</a:t>
            </a:r>
          </a:p>
        </p:txBody>
      </p:sp>
      <p:sp>
        <p:nvSpPr>
          <p:cNvPr id="25" name="TextBox 24"/>
          <p:cNvSpPr txBox="1"/>
          <p:nvPr/>
        </p:nvSpPr>
        <p:spPr>
          <a:xfrm>
            <a:off x="9043416" y="3639312"/>
            <a:ext cx="2606040" cy="365760"/>
          </a:xfrm>
          <a:prstGeom prst="rect">
            <a:avLst/>
          </a:prstGeom>
          <a:noFill/>
        </p:spPr>
        <p:txBody>
          <a:bodyPr wrap="square" lIns="0" tIns="0" rIns="0" bIns="0" anchor="t">
            <a:spAutoFit/>
          </a:bodyPr>
          <a:lstStyle/>
          <a:p>
            <a:pPr algn="ctr"/>
            <a:r>
              <a:rPr sz="1700" b="1" i="0">
                <a:solidFill>
                  <a:srgbClr val="1E2A45"/>
                </a:solidFill>
              </a:rPr>
              <a:t>Refleksjon</a:t>
            </a:r>
          </a:p>
        </p:txBody>
      </p:sp>
      <p:sp>
        <p:nvSpPr>
          <p:cNvPr id="26" name="Rounded Rectangle 25"/>
          <p:cNvSpPr/>
          <p:nvPr/>
        </p:nvSpPr>
        <p:spPr>
          <a:xfrm>
            <a:off x="9546336" y="4069080"/>
            <a:ext cx="1600200" cy="329184"/>
          </a:xfrm>
          <a:prstGeom prst="roundRect">
            <a:avLst>
              <a:gd name="adj" fmla="val 40000"/>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546336" y="4069080"/>
            <a:ext cx="1600200" cy="329184"/>
          </a:xfrm>
          <a:prstGeom prst="rect">
            <a:avLst/>
          </a:prstGeom>
          <a:noFill/>
        </p:spPr>
        <p:txBody>
          <a:bodyPr wrap="square" lIns="0" tIns="0" rIns="0" bIns="0" anchor="ctr">
            <a:spAutoFit/>
          </a:bodyPr>
          <a:lstStyle/>
          <a:p>
            <a:pPr algn="ctr"/>
            <a:r>
              <a:rPr sz="1200" b="1" i="0">
                <a:solidFill>
                  <a:srgbClr val="FFFFFF"/>
                </a:solidFill>
              </a:rPr>
              <a:t>Tilbakekomst</a:t>
            </a:r>
          </a:p>
        </p:txBody>
      </p:sp>
      <p:sp>
        <p:nvSpPr>
          <p:cNvPr id="28" name="TextBox 27"/>
          <p:cNvSpPr txBox="1"/>
          <p:nvPr/>
        </p:nvSpPr>
        <p:spPr>
          <a:xfrm>
            <a:off x="9134856" y="4526280"/>
            <a:ext cx="2423160" cy="822960"/>
          </a:xfrm>
          <a:prstGeom prst="rect">
            <a:avLst/>
          </a:prstGeom>
          <a:noFill/>
        </p:spPr>
        <p:txBody>
          <a:bodyPr wrap="square" lIns="0" tIns="0" rIns="0" bIns="0" anchor="t">
            <a:spAutoFit/>
          </a:bodyPr>
          <a:lstStyle/>
          <a:p>
            <a:pPr algn="ctr"/>
            <a:r>
              <a:rPr sz="1300" b="0" i="0">
                <a:solidFill>
                  <a:srgbClr val="1E2A45"/>
                </a:solidFill>
              </a:rPr>
              <a:t>Se tilbake, sette ord på egne valg og stå inne for det som er skapt.</a:t>
            </a:r>
          </a:p>
        </p:txBody>
      </p:sp>
      <p:sp>
        <p:nvSpPr>
          <p:cNvPr id="29" name="Bunnfelt"/>
          <p:cNvSpPr/>
          <p:nvPr/>
        </p:nvSpPr>
        <p:spPr>
          <a:xfrm>
            <a:off x="868680" y="5532120"/>
            <a:ext cx="10469880" cy="54864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Bunnfelt tekst"/>
          <p:cNvSpPr txBox="1"/>
          <p:nvPr/>
        </p:nvSpPr>
        <p:spPr>
          <a:xfrm>
            <a:off x="1097280" y="5532120"/>
            <a:ext cx="10012680" cy="548640"/>
          </a:xfrm>
          <a:prstGeom prst="rect">
            <a:avLst/>
          </a:prstGeom>
          <a:noFill/>
        </p:spPr>
        <p:txBody>
          <a:bodyPr wrap="square" lIns="0" tIns="0" rIns="0" bIns="0" anchor="ctr">
            <a:spAutoFit/>
          </a:bodyPr>
          <a:lstStyle/>
          <a:p>
            <a:pPr algn="ctr"/>
            <a:r>
              <a:rPr sz="1500" b="0" i="0">
                <a:solidFill>
                  <a:srgbClr val="1E2A45"/>
                </a:solidFill>
              </a:rPr>
              <a:t>Felles for alle fire: spørre tilbake, be eleven begrunne valgene sine, aldri skrive ferdige tekster.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Syklus 3: Når hjelper friksjonen?</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Elevene fikk en KI som ikke ga svaret. Det virket ulikt for ulike elever.</a:t>
            </a:r>
          </a:p>
        </p:txBody>
      </p:sp>
      <p:sp>
        <p:nvSpPr>
          <p:cNvPr id="5" name="TextBox 4"/>
          <p:cNvSpPr txBox="1"/>
          <p:nvPr/>
        </p:nvSpPr>
        <p:spPr>
          <a:xfrm>
            <a:off x="594360" y="1783080"/>
            <a:ext cx="5257800" cy="411480"/>
          </a:xfrm>
          <a:prstGeom prst="rect">
            <a:avLst/>
          </a:prstGeom>
          <a:noFill/>
        </p:spPr>
        <p:txBody>
          <a:bodyPr wrap="square" lIns="0" tIns="0" rIns="0" bIns="0" anchor="t">
            <a:spAutoFit/>
          </a:bodyPr>
          <a:lstStyle/>
          <a:p>
            <a:pPr algn="l"/>
            <a:r>
              <a:rPr sz="1900" b="1" i="0">
                <a:solidFill>
                  <a:srgbClr val="62746B"/>
                </a:solidFill>
              </a:rPr>
              <a:t>Når friksjonen hjalp</a:t>
            </a:r>
          </a:p>
        </p:txBody>
      </p:sp>
      <p:sp>
        <p:nvSpPr>
          <p:cNvPr id="6" name="Rounded Rectangle 5"/>
          <p:cNvSpPr/>
          <p:nvPr/>
        </p:nvSpPr>
        <p:spPr>
          <a:xfrm>
            <a:off x="594360" y="2286000"/>
            <a:ext cx="5257800" cy="1371600"/>
          </a:xfrm>
          <a:prstGeom prst="roundRect">
            <a:avLst>
              <a:gd name="adj" fmla="val 8000"/>
            </a:avLst>
          </a:prstGeom>
          <a:solidFill>
            <a:srgbClr val="E7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2423160"/>
            <a:ext cx="4709160" cy="914400"/>
          </a:xfrm>
          <a:prstGeom prst="rect">
            <a:avLst/>
          </a:prstGeom>
          <a:noFill/>
        </p:spPr>
        <p:txBody>
          <a:bodyPr wrap="square" lIns="0" tIns="0" rIns="0" bIns="0" anchor="t">
            <a:spAutoFit/>
          </a:bodyPr>
          <a:lstStyle/>
          <a:p>
            <a:pPr algn="l"/>
            <a:r>
              <a:rPr sz="1500" b="0" i="1">
                <a:solidFill>
                  <a:srgbClr val="1E2A45"/>
                </a:solidFill>
              </a:rPr>
              <a:t>«De stilte jo mange spørsmål tilbake, så du skulle reflektere selv. Det var ikke bare at du stilte spørsmål og ga deg svar.»</a:t>
            </a:r>
          </a:p>
        </p:txBody>
      </p:sp>
      <p:sp>
        <p:nvSpPr>
          <p:cNvPr id="8" name="TextBox 7"/>
          <p:cNvSpPr txBox="1"/>
          <p:nvPr/>
        </p:nvSpPr>
        <p:spPr>
          <a:xfrm>
            <a:off x="868680" y="3291840"/>
            <a:ext cx="4709160" cy="274320"/>
          </a:xfrm>
          <a:prstGeom prst="rect">
            <a:avLst/>
          </a:prstGeom>
          <a:noFill/>
        </p:spPr>
        <p:txBody>
          <a:bodyPr wrap="square" lIns="0" tIns="0" rIns="0" bIns="0" anchor="t">
            <a:spAutoFit/>
          </a:bodyPr>
          <a:lstStyle/>
          <a:p>
            <a:pPr algn="l"/>
            <a:r>
              <a:rPr sz="1200" b="1" i="0">
                <a:solidFill>
                  <a:srgbClr val="62746B"/>
                </a:solidFill>
              </a:rPr>
              <a:t>Adam, syklus 3</a:t>
            </a:r>
          </a:p>
        </p:txBody>
      </p:sp>
      <p:sp>
        <p:nvSpPr>
          <p:cNvPr id="9" name="Rounded Rectangle 8"/>
          <p:cNvSpPr/>
          <p:nvPr/>
        </p:nvSpPr>
        <p:spPr>
          <a:xfrm>
            <a:off x="594360" y="3794760"/>
            <a:ext cx="5257800" cy="1371600"/>
          </a:xfrm>
          <a:prstGeom prst="roundRect">
            <a:avLst>
              <a:gd name="adj" fmla="val 8000"/>
            </a:avLst>
          </a:prstGeom>
          <a:solidFill>
            <a:srgbClr val="E7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68680" y="3931920"/>
            <a:ext cx="4709160" cy="914400"/>
          </a:xfrm>
          <a:prstGeom prst="rect">
            <a:avLst/>
          </a:prstGeom>
          <a:noFill/>
        </p:spPr>
        <p:txBody>
          <a:bodyPr wrap="square" lIns="0" tIns="0" rIns="0" bIns="0" anchor="t">
            <a:spAutoFit/>
          </a:bodyPr>
          <a:lstStyle/>
          <a:p>
            <a:pPr algn="l"/>
            <a:r>
              <a:rPr sz="1500" b="0" i="1">
                <a:solidFill>
                  <a:srgbClr val="1E2A45"/>
                </a:solidFill>
              </a:rPr>
              <a:t>«Den ga på en måte ikke svaret sånn som ChatGPT ville gjort. … vi måtte liksom tenke sjøl.»</a:t>
            </a:r>
          </a:p>
        </p:txBody>
      </p:sp>
      <p:sp>
        <p:nvSpPr>
          <p:cNvPr id="11" name="TextBox 10"/>
          <p:cNvSpPr txBox="1"/>
          <p:nvPr/>
        </p:nvSpPr>
        <p:spPr>
          <a:xfrm>
            <a:off x="868680" y="4800600"/>
            <a:ext cx="4709160" cy="274320"/>
          </a:xfrm>
          <a:prstGeom prst="rect">
            <a:avLst/>
          </a:prstGeom>
          <a:noFill/>
        </p:spPr>
        <p:txBody>
          <a:bodyPr wrap="square" lIns="0" tIns="0" rIns="0" bIns="0" anchor="t">
            <a:spAutoFit/>
          </a:bodyPr>
          <a:lstStyle/>
          <a:p>
            <a:pPr algn="l"/>
            <a:r>
              <a:rPr sz="1200" b="1" i="0">
                <a:solidFill>
                  <a:srgbClr val="62746B"/>
                </a:solidFill>
              </a:rPr>
              <a:t>Elev, syklus 3</a:t>
            </a:r>
          </a:p>
        </p:txBody>
      </p:sp>
      <p:sp>
        <p:nvSpPr>
          <p:cNvPr id="12" name="TextBox 11"/>
          <p:cNvSpPr txBox="1"/>
          <p:nvPr/>
        </p:nvSpPr>
        <p:spPr>
          <a:xfrm>
            <a:off x="6080760" y="1783080"/>
            <a:ext cx="5257800" cy="411480"/>
          </a:xfrm>
          <a:prstGeom prst="rect">
            <a:avLst/>
          </a:prstGeom>
          <a:noFill/>
        </p:spPr>
        <p:txBody>
          <a:bodyPr wrap="square" lIns="0" tIns="0" rIns="0" bIns="0" anchor="t">
            <a:spAutoFit/>
          </a:bodyPr>
          <a:lstStyle/>
          <a:p>
            <a:pPr algn="l"/>
            <a:r>
              <a:rPr sz="1900" b="1" i="0">
                <a:solidFill>
                  <a:srgbClr val="7E4A62"/>
                </a:solidFill>
              </a:rPr>
              <a:t>Når friksjonen ble for stor</a:t>
            </a:r>
          </a:p>
        </p:txBody>
      </p:sp>
      <p:sp>
        <p:nvSpPr>
          <p:cNvPr id="13" name="Rounded Rectangle 12"/>
          <p:cNvSpPr/>
          <p:nvPr/>
        </p:nvSpPr>
        <p:spPr>
          <a:xfrm>
            <a:off x="6080760" y="2286000"/>
            <a:ext cx="5257800" cy="1371600"/>
          </a:xfrm>
          <a:prstGeom prst="roundRect">
            <a:avLst>
              <a:gd name="adj" fmla="val 8000"/>
            </a:avLst>
          </a:prstGeom>
          <a:solidFill>
            <a:srgbClr val="F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55080" y="2423160"/>
            <a:ext cx="4709160" cy="914400"/>
          </a:xfrm>
          <a:prstGeom prst="rect">
            <a:avLst/>
          </a:prstGeom>
          <a:noFill/>
        </p:spPr>
        <p:txBody>
          <a:bodyPr wrap="square" lIns="0" tIns="0" rIns="0" bIns="0" anchor="t">
            <a:spAutoFit/>
          </a:bodyPr>
          <a:lstStyle/>
          <a:p>
            <a:pPr algn="l"/>
            <a:r>
              <a:rPr sz="1500" b="0" i="1">
                <a:solidFill>
                  <a:srgbClr val="1E2A45"/>
                </a:solidFill>
              </a:rPr>
              <a:t>«Den stilte meg spørsmål som jeg skulle svare på, men jeg kunne det ikke.»</a:t>
            </a:r>
          </a:p>
        </p:txBody>
      </p:sp>
      <p:sp>
        <p:nvSpPr>
          <p:cNvPr id="15" name="TextBox 14"/>
          <p:cNvSpPr txBox="1"/>
          <p:nvPr/>
        </p:nvSpPr>
        <p:spPr>
          <a:xfrm>
            <a:off x="6355080" y="3291840"/>
            <a:ext cx="4709160" cy="274320"/>
          </a:xfrm>
          <a:prstGeom prst="rect">
            <a:avLst/>
          </a:prstGeom>
          <a:noFill/>
        </p:spPr>
        <p:txBody>
          <a:bodyPr wrap="square" lIns="0" tIns="0" rIns="0" bIns="0" anchor="t">
            <a:spAutoFit/>
          </a:bodyPr>
          <a:lstStyle/>
          <a:p>
            <a:pPr algn="l"/>
            <a:r>
              <a:rPr sz="1200" b="1" i="0">
                <a:solidFill>
                  <a:srgbClr val="7E4A62"/>
                </a:solidFill>
              </a:rPr>
              <a:t>Ivy, syklus 3</a:t>
            </a:r>
          </a:p>
        </p:txBody>
      </p:sp>
      <p:sp>
        <p:nvSpPr>
          <p:cNvPr id="16" name="Rounded Rectangle 15"/>
          <p:cNvSpPr/>
          <p:nvPr/>
        </p:nvSpPr>
        <p:spPr>
          <a:xfrm>
            <a:off x="6080760" y="3794760"/>
            <a:ext cx="5257800" cy="1371600"/>
          </a:xfrm>
          <a:prstGeom prst="roundRect">
            <a:avLst>
              <a:gd name="adj" fmla="val 8000"/>
            </a:avLst>
          </a:prstGeom>
          <a:solidFill>
            <a:srgbClr val="F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355080" y="3931920"/>
            <a:ext cx="4709160" cy="914400"/>
          </a:xfrm>
          <a:prstGeom prst="rect">
            <a:avLst/>
          </a:prstGeom>
          <a:noFill/>
        </p:spPr>
        <p:txBody>
          <a:bodyPr wrap="square" lIns="0" tIns="0" rIns="0" bIns="0" anchor="t">
            <a:spAutoFit/>
          </a:bodyPr>
          <a:lstStyle/>
          <a:p>
            <a:pPr algn="l"/>
            <a:r>
              <a:rPr sz="1500" b="0" i="1">
                <a:solidFill>
                  <a:srgbClr val="1E2A45"/>
                </a:solidFill>
              </a:rPr>
              <a:t>«Den tror jo at vi kan ting fra før av. Men det kunne vi ikke.»</a:t>
            </a:r>
          </a:p>
        </p:txBody>
      </p:sp>
      <p:sp>
        <p:nvSpPr>
          <p:cNvPr id="18" name="TextBox 17"/>
          <p:cNvSpPr txBox="1"/>
          <p:nvPr/>
        </p:nvSpPr>
        <p:spPr>
          <a:xfrm>
            <a:off x="6355080" y="4800600"/>
            <a:ext cx="4709160" cy="274320"/>
          </a:xfrm>
          <a:prstGeom prst="rect">
            <a:avLst/>
          </a:prstGeom>
          <a:noFill/>
        </p:spPr>
        <p:txBody>
          <a:bodyPr wrap="square" lIns="0" tIns="0" rIns="0" bIns="0" anchor="t">
            <a:spAutoFit/>
          </a:bodyPr>
          <a:lstStyle/>
          <a:p>
            <a:pPr algn="l"/>
            <a:r>
              <a:rPr sz="1200" b="1" i="0">
                <a:solidFill>
                  <a:srgbClr val="7E4A62"/>
                </a:solidFill>
              </a:rPr>
              <a:t>Mia, syklus 3</a:t>
            </a:r>
          </a:p>
        </p:txBody>
      </p:sp>
      <p:sp>
        <p:nvSpPr>
          <p:cNvPr id="19" name="Bunnfelt"/>
          <p:cNvSpPr/>
          <p:nvPr/>
        </p:nvSpPr>
        <p:spPr>
          <a:xfrm>
            <a:off x="868680" y="5440680"/>
            <a:ext cx="10469880" cy="59436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Bunnfelt tekst"/>
          <p:cNvSpPr txBox="1"/>
          <p:nvPr/>
        </p:nvSpPr>
        <p:spPr>
          <a:xfrm>
            <a:off x="1097280" y="5440680"/>
            <a:ext cx="10012680" cy="594360"/>
          </a:xfrm>
          <a:prstGeom prst="rect">
            <a:avLst/>
          </a:prstGeom>
          <a:noFill/>
        </p:spPr>
        <p:txBody>
          <a:bodyPr wrap="square" lIns="0" tIns="0" rIns="0" bIns="0" anchor="ctr">
            <a:spAutoFit/>
          </a:bodyPr>
          <a:lstStyle/>
          <a:p>
            <a:pPr algn="ctr"/>
            <a:r>
              <a:rPr sz="1700" b="0" i="0">
                <a:solidFill>
                  <a:srgbClr val="1E2A45"/>
                </a:solidFill>
              </a:rPr>
              <a:t>Lærdommen: Kalibrer friksjonen. Refleksjon krever noe å reflektere med.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Skapende estetiske læreprosesser</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Kritisk tenkning som skapende praksis: fire dimensjoner, tre kognitive bevegelser</a:t>
            </a:r>
          </a:p>
        </p:txBody>
      </p:sp>
      <p:pic>
        <p:nvPicPr>
          <p:cNvPr id="5" name="Picture 4" descr="modell6.png"/>
          <p:cNvPicPr>
            <a:picLocks noChangeAspect="1"/>
          </p:cNvPicPr>
          <p:nvPr/>
        </p:nvPicPr>
        <p:blipFill>
          <a:blip r:embed="rId3"/>
          <a:stretch>
            <a:fillRect/>
          </a:stretch>
        </p:blipFill>
        <p:spPr>
          <a:xfrm>
            <a:off x="2011680" y="1783080"/>
            <a:ext cx="7969878" cy="4526280"/>
          </a:xfrm>
          <a:prstGeom prst="rect">
            <a:avLst/>
          </a:prstGeom>
        </p:spPr>
      </p:pic>
      <p:sp>
        <p:nvSpPr>
          <p:cNvPr id="6" name="Kilde"/>
          <p:cNvSpPr txBox="1"/>
          <p:nvPr/>
        </p:nvSpPr>
        <p:spPr>
          <a:xfrm>
            <a:off x="640080" y="6400800"/>
            <a:ext cx="8229600" cy="228600"/>
          </a:xfrm>
          <a:prstGeom prst="rect">
            <a:avLst/>
          </a:prstGeom>
          <a:noFill/>
        </p:spPr>
        <p:txBody>
          <a:bodyPr wrap="square" lIns="0" tIns="0" rIns="0" bIns="0" anchor="t">
            <a:spAutoFit/>
          </a:bodyPr>
          <a:lstStyle/>
          <a:p>
            <a:pPr algn="l"/>
            <a:r>
              <a:rPr sz="1000" b="0" i="0">
                <a:solidFill>
                  <a:srgbClr val="686B76"/>
                </a:solidFill>
              </a:rPr>
              <a:t>Modell 6, Letnes, under utgivelse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Når KI-svaret selv blir bruddet</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Karolines gruppe i syklus 2: fremmedgjøring med KI</a:t>
            </a:r>
          </a:p>
        </p:txBody>
      </p:sp>
      <p:sp>
        <p:nvSpPr>
          <p:cNvPr id="5" name="Rounded Rectangle 4"/>
          <p:cNvSpPr/>
          <p:nvPr/>
        </p:nvSpPr>
        <p:spPr>
          <a:xfrm>
            <a:off x="594360" y="1783080"/>
            <a:ext cx="2606040" cy="2514600"/>
          </a:xfrm>
          <a:prstGeom prst="roundRect">
            <a:avLst>
              <a:gd name="adj" fmla="val 6000"/>
            </a:avLst>
          </a:prstGeom>
          <a:solidFill>
            <a:srgbClr val="E7EFEB"/>
          </a:solidFill>
          <a:ln w="15240">
            <a:solidFill>
              <a:srgbClr val="6274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22960" y="1965960"/>
            <a:ext cx="420624" cy="420624"/>
          </a:xfrm>
          <a:prstGeom prst="ellipse">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965960"/>
            <a:ext cx="420624" cy="420624"/>
          </a:xfrm>
          <a:prstGeom prst="rect">
            <a:avLst/>
          </a:prstGeom>
          <a:noFill/>
        </p:spPr>
        <p:txBody>
          <a:bodyPr wrap="square" lIns="0" tIns="0" rIns="0" bIns="0" anchor="ctr">
            <a:spAutoFit/>
          </a:bodyPr>
          <a:lstStyle/>
          <a:p>
            <a:pPr algn="ctr"/>
            <a:r>
              <a:rPr sz="1500" b="1" i="0">
                <a:solidFill>
                  <a:srgbClr val="FFFFFF"/>
                </a:solidFill>
              </a:rPr>
              <a:t>1</a:t>
            </a:r>
          </a:p>
        </p:txBody>
      </p:sp>
      <p:sp>
        <p:nvSpPr>
          <p:cNvPr id="8" name="TextBox 7"/>
          <p:cNvSpPr txBox="1"/>
          <p:nvPr/>
        </p:nvSpPr>
        <p:spPr>
          <a:xfrm>
            <a:off x="1371600" y="1965960"/>
            <a:ext cx="1737360" cy="420624"/>
          </a:xfrm>
          <a:prstGeom prst="rect">
            <a:avLst/>
          </a:prstGeom>
          <a:noFill/>
        </p:spPr>
        <p:txBody>
          <a:bodyPr wrap="square" lIns="0" tIns="0" rIns="0" bIns="0" anchor="ctr">
            <a:spAutoFit/>
          </a:bodyPr>
          <a:lstStyle/>
          <a:p>
            <a:pPr algn="l"/>
            <a:r>
              <a:rPr sz="1700" b="1" i="0">
                <a:solidFill>
                  <a:srgbClr val="1E2A45"/>
                </a:solidFill>
              </a:rPr>
              <a:t>Ferdig manus</a:t>
            </a:r>
          </a:p>
        </p:txBody>
      </p:sp>
      <p:sp>
        <p:nvSpPr>
          <p:cNvPr id="9" name="TextBox 8"/>
          <p:cNvSpPr txBox="1"/>
          <p:nvPr/>
        </p:nvSpPr>
        <p:spPr>
          <a:xfrm>
            <a:off x="822960" y="2560320"/>
            <a:ext cx="2194560" cy="1645920"/>
          </a:xfrm>
          <a:prstGeom prst="rect">
            <a:avLst/>
          </a:prstGeom>
          <a:noFill/>
        </p:spPr>
        <p:txBody>
          <a:bodyPr wrap="square" lIns="0" tIns="0" rIns="0" bIns="0" anchor="t">
            <a:spAutoFit/>
          </a:bodyPr>
          <a:lstStyle/>
          <a:p>
            <a:pPr algn="l"/>
            <a:r>
              <a:rPr sz="1400" b="0" i="0">
                <a:solidFill>
                  <a:srgbClr val="1E2A45"/>
                </a:solidFill>
              </a:rPr>
              <a:t>Oppgave, kompetansemål og kriterier limes inn. Sekunder senere: fem roller, alle replikker skrevet.</a:t>
            </a:r>
          </a:p>
        </p:txBody>
      </p:sp>
      <p:sp>
        <p:nvSpPr>
          <p:cNvPr id="10" name="Chevron 9"/>
          <p:cNvSpPr/>
          <p:nvPr/>
        </p:nvSpPr>
        <p:spPr>
          <a:xfrm>
            <a:off x="3209544" y="28346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410712" y="1783080"/>
            <a:ext cx="2606040" cy="2514600"/>
          </a:xfrm>
          <a:prstGeom prst="roundRect">
            <a:avLst>
              <a:gd name="adj" fmla="val 6000"/>
            </a:avLst>
          </a:prstGeom>
          <a:solidFill>
            <a:srgbClr val="E9ECF3"/>
          </a:solidFill>
          <a:ln w="15240">
            <a:solidFill>
              <a:srgbClr val="1E2A4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3639312" y="1965960"/>
            <a:ext cx="420624" cy="420624"/>
          </a:xfrm>
          <a:prstGeom prst="ellipse">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639312" y="1965960"/>
            <a:ext cx="420624" cy="420624"/>
          </a:xfrm>
          <a:prstGeom prst="rect">
            <a:avLst/>
          </a:prstGeom>
          <a:noFill/>
        </p:spPr>
        <p:txBody>
          <a:bodyPr wrap="square" lIns="0" tIns="0" rIns="0" bIns="0" anchor="ctr">
            <a:spAutoFit/>
          </a:bodyPr>
          <a:lstStyle/>
          <a:p>
            <a:pPr algn="ctr"/>
            <a:r>
              <a:rPr sz="1500" b="1" i="0">
                <a:solidFill>
                  <a:srgbClr val="FAF9F7"/>
                </a:solidFill>
              </a:rPr>
              <a:t>2</a:t>
            </a:r>
          </a:p>
        </p:txBody>
      </p:sp>
      <p:sp>
        <p:nvSpPr>
          <p:cNvPr id="14" name="TextBox 13"/>
          <p:cNvSpPr txBox="1"/>
          <p:nvPr/>
        </p:nvSpPr>
        <p:spPr>
          <a:xfrm>
            <a:off x="4187952" y="1965960"/>
            <a:ext cx="1737360" cy="420624"/>
          </a:xfrm>
          <a:prstGeom prst="rect">
            <a:avLst/>
          </a:prstGeom>
          <a:noFill/>
        </p:spPr>
        <p:txBody>
          <a:bodyPr wrap="square" lIns="0" tIns="0" rIns="0" bIns="0" anchor="ctr">
            <a:spAutoFit/>
          </a:bodyPr>
          <a:lstStyle/>
          <a:p>
            <a:pPr algn="l"/>
            <a:r>
              <a:rPr sz="1700" b="1" i="0">
                <a:solidFill>
                  <a:srgbClr val="1E2A45"/>
                </a:solidFill>
              </a:rPr>
              <a:t>Leser høyt</a:t>
            </a:r>
          </a:p>
        </p:txBody>
      </p:sp>
      <p:sp>
        <p:nvSpPr>
          <p:cNvPr id="15" name="TextBox 14"/>
          <p:cNvSpPr txBox="1"/>
          <p:nvPr/>
        </p:nvSpPr>
        <p:spPr>
          <a:xfrm>
            <a:off x="3639312" y="2560320"/>
            <a:ext cx="2194560" cy="1645920"/>
          </a:xfrm>
          <a:prstGeom prst="rect">
            <a:avLst/>
          </a:prstGeom>
          <a:noFill/>
        </p:spPr>
        <p:txBody>
          <a:bodyPr wrap="square" lIns="0" tIns="0" rIns="0" bIns="0" anchor="t">
            <a:spAutoFit/>
          </a:bodyPr>
          <a:lstStyle/>
          <a:p>
            <a:pPr algn="l"/>
            <a:r>
              <a:rPr sz="1400" b="0" i="0">
                <a:solidFill>
                  <a:srgbClr val="1E2A45"/>
                </a:solidFill>
              </a:rPr>
              <a:t>Det går greit, helt til de etiske spørsmålene. Standpunktene står der allerede.</a:t>
            </a:r>
          </a:p>
        </p:txBody>
      </p:sp>
      <p:sp>
        <p:nvSpPr>
          <p:cNvPr id="16" name="Chevron 15"/>
          <p:cNvSpPr/>
          <p:nvPr/>
        </p:nvSpPr>
        <p:spPr>
          <a:xfrm>
            <a:off x="6025896" y="28346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27064" y="1783080"/>
            <a:ext cx="2606040" cy="2514600"/>
          </a:xfrm>
          <a:prstGeom prst="roundRect">
            <a:avLst>
              <a:gd name="adj" fmla="val 6000"/>
            </a:avLst>
          </a:prstGeom>
          <a:solidFill>
            <a:srgbClr val="F4E8EE"/>
          </a:solidFill>
          <a:ln w="15240">
            <a:solidFill>
              <a:srgbClr val="7E4A6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55664" y="1965960"/>
            <a:ext cx="420624" cy="420624"/>
          </a:xfrm>
          <a:prstGeom prst="ellipse">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55664" y="1965960"/>
            <a:ext cx="420624" cy="420624"/>
          </a:xfrm>
          <a:prstGeom prst="rect">
            <a:avLst/>
          </a:prstGeom>
          <a:noFill/>
        </p:spPr>
        <p:txBody>
          <a:bodyPr wrap="square" lIns="0" tIns="0" rIns="0" bIns="0" anchor="ctr">
            <a:spAutoFit/>
          </a:bodyPr>
          <a:lstStyle/>
          <a:p>
            <a:pPr algn="ctr"/>
            <a:r>
              <a:rPr sz="1500" b="1" i="0">
                <a:solidFill>
                  <a:srgbClr val="FFFFFF"/>
                </a:solidFill>
              </a:rPr>
              <a:t>3</a:t>
            </a:r>
          </a:p>
        </p:txBody>
      </p:sp>
      <p:sp>
        <p:nvSpPr>
          <p:cNvPr id="20" name="TextBox 19"/>
          <p:cNvSpPr txBox="1"/>
          <p:nvPr/>
        </p:nvSpPr>
        <p:spPr>
          <a:xfrm>
            <a:off x="7004304" y="1965960"/>
            <a:ext cx="1737360" cy="420624"/>
          </a:xfrm>
          <a:prstGeom prst="rect">
            <a:avLst/>
          </a:prstGeom>
          <a:noFill/>
        </p:spPr>
        <p:txBody>
          <a:bodyPr wrap="square" lIns="0" tIns="0" rIns="0" bIns="0" anchor="ctr">
            <a:spAutoFit/>
          </a:bodyPr>
          <a:lstStyle/>
          <a:p>
            <a:pPr algn="l"/>
            <a:r>
              <a:rPr sz="1700" b="1" i="0">
                <a:solidFill>
                  <a:srgbClr val="1E2A45"/>
                </a:solidFill>
              </a:rPr>
              <a:t>Bruddet</a:t>
            </a:r>
          </a:p>
        </p:txBody>
      </p:sp>
      <p:sp>
        <p:nvSpPr>
          <p:cNvPr id="21" name="TextBox 20"/>
          <p:cNvSpPr txBox="1"/>
          <p:nvPr/>
        </p:nvSpPr>
        <p:spPr>
          <a:xfrm>
            <a:off x="6455664" y="2560320"/>
            <a:ext cx="2194560" cy="1645920"/>
          </a:xfrm>
          <a:prstGeom prst="rect">
            <a:avLst/>
          </a:prstGeom>
          <a:noFill/>
        </p:spPr>
        <p:txBody>
          <a:bodyPr wrap="square" lIns="0" tIns="0" rIns="0" bIns="0" anchor="t">
            <a:spAutoFit/>
          </a:bodyPr>
          <a:lstStyle/>
          <a:p>
            <a:pPr algn="l"/>
            <a:r>
              <a:rPr sz="1400" b="0" i="0">
                <a:solidFill>
                  <a:srgbClr val="1E2A45"/>
                </a:solidFill>
              </a:rPr>
              <a:t>«Dette funker ikke.» Det blir for stivt, og det er ingenting å diskutere.</a:t>
            </a:r>
          </a:p>
        </p:txBody>
      </p:sp>
      <p:sp>
        <p:nvSpPr>
          <p:cNvPr id="22" name="Chevron 21"/>
          <p:cNvSpPr/>
          <p:nvPr/>
        </p:nvSpPr>
        <p:spPr>
          <a:xfrm>
            <a:off x="8842248" y="28346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043416" y="1783080"/>
            <a:ext cx="2606040" cy="2514600"/>
          </a:xfrm>
          <a:prstGeom prst="roundRect">
            <a:avLst>
              <a:gd name="adj" fmla="val 6000"/>
            </a:avLst>
          </a:prstGeom>
          <a:solidFill>
            <a:srgbClr val="F0E9ED"/>
          </a:solidFill>
          <a:ln w="15240">
            <a:solidFill>
              <a:srgbClr val="3A24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9272016" y="1965960"/>
            <a:ext cx="420624" cy="420624"/>
          </a:xfrm>
          <a:prstGeom prst="ellipse">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272016" y="1965960"/>
            <a:ext cx="420624" cy="420624"/>
          </a:xfrm>
          <a:prstGeom prst="rect">
            <a:avLst/>
          </a:prstGeom>
          <a:noFill/>
        </p:spPr>
        <p:txBody>
          <a:bodyPr wrap="square" lIns="0" tIns="0" rIns="0" bIns="0" anchor="ctr">
            <a:spAutoFit/>
          </a:bodyPr>
          <a:lstStyle/>
          <a:p>
            <a:pPr algn="ctr"/>
            <a:r>
              <a:rPr sz="1500" b="1" i="0">
                <a:solidFill>
                  <a:srgbClr val="FFFFFF"/>
                </a:solidFill>
              </a:rPr>
              <a:t>4</a:t>
            </a:r>
          </a:p>
        </p:txBody>
      </p:sp>
      <p:sp>
        <p:nvSpPr>
          <p:cNvPr id="26" name="TextBox 25"/>
          <p:cNvSpPr txBox="1"/>
          <p:nvPr/>
        </p:nvSpPr>
        <p:spPr>
          <a:xfrm>
            <a:off x="9820656" y="1965960"/>
            <a:ext cx="1737360" cy="420624"/>
          </a:xfrm>
          <a:prstGeom prst="rect">
            <a:avLst/>
          </a:prstGeom>
          <a:noFill/>
        </p:spPr>
        <p:txBody>
          <a:bodyPr wrap="square" lIns="0" tIns="0" rIns="0" bIns="0" anchor="ctr">
            <a:spAutoFit/>
          </a:bodyPr>
          <a:lstStyle/>
          <a:p>
            <a:pPr algn="l"/>
            <a:r>
              <a:rPr sz="1700" b="1" i="0">
                <a:solidFill>
                  <a:srgbClr val="1E2A45"/>
                </a:solidFill>
              </a:rPr>
              <a:t>Åpner på nytt</a:t>
            </a:r>
          </a:p>
        </p:txBody>
      </p:sp>
      <p:sp>
        <p:nvSpPr>
          <p:cNvPr id="27" name="TextBox 26"/>
          <p:cNvSpPr txBox="1"/>
          <p:nvPr/>
        </p:nvSpPr>
        <p:spPr>
          <a:xfrm>
            <a:off x="9272016" y="2560320"/>
            <a:ext cx="2194560" cy="1645920"/>
          </a:xfrm>
          <a:prstGeom prst="rect">
            <a:avLst/>
          </a:prstGeom>
          <a:noFill/>
        </p:spPr>
        <p:txBody>
          <a:bodyPr wrap="square" lIns="0" tIns="0" rIns="0" bIns="0" anchor="t">
            <a:spAutoFit/>
          </a:bodyPr>
          <a:lstStyle/>
          <a:p>
            <a:pPr algn="l"/>
            <a:r>
              <a:rPr sz="1400" b="0" i="0">
                <a:solidFill>
                  <a:srgbClr val="1E2A45"/>
                </a:solidFill>
              </a:rPr>
              <a:t>Gruppa legger manuset bort og snakker med egne ord.</a:t>
            </a:r>
          </a:p>
        </p:txBody>
      </p:sp>
      <p:sp>
        <p:nvSpPr>
          <p:cNvPr id="28" name="Rounded Rectangle 27"/>
          <p:cNvSpPr/>
          <p:nvPr/>
        </p:nvSpPr>
        <p:spPr>
          <a:xfrm>
            <a:off x="594360" y="4480560"/>
            <a:ext cx="10744200" cy="777240"/>
          </a:xfrm>
          <a:prstGeom prst="roundRect">
            <a:avLst>
              <a:gd name="adj" fmla="val 10000"/>
            </a:avLst>
          </a:prstGeom>
          <a:solidFill>
            <a:srgbClr val="FFFFFF"/>
          </a:solidFill>
          <a:ln w="15240">
            <a:solidFill>
              <a:srgbClr val="7E4A6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68680" y="4480560"/>
            <a:ext cx="10241280" cy="777240"/>
          </a:xfrm>
          <a:prstGeom prst="rect">
            <a:avLst/>
          </a:prstGeom>
          <a:noFill/>
        </p:spPr>
        <p:txBody>
          <a:bodyPr wrap="square" lIns="0" tIns="0" rIns="0" bIns="0" anchor="ctr">
            <a:spAutoFit/>
          </a:bodyPr>
          <a:lstStyle/>
          <a:p>
            <a:pPr algn="l"/>
            <a:r>
              <a:rPr sz="1600" b="0" i="1">
                <a:solidFill>
                  <a:srgbClr val="1E2A45"/>
                </a:solidFill>
              </a:rPr>
              <a:t>«… man får snakket så lite fritt, og da forsvinner den refleksjonsdelen.»</a:t>
            </a:r>
            <a:r>
              <a:rPr sz="1300" b="1" i="0">
                <a:solidFill>
                  <a:srgbClr val="7E4A62"/>
                </a:solidFill>
              </a:rPr>
              <a:t>  Karoline, syklus 2</a:t>
            </a:r>
          </a:p>
        </p:txBody>
      </p:sp>
      <p:sp>
        <p:nvSpPr>
          <p:cNvPr id="30" name="Bunnfelt"/>
          <p:cNvSpPr/>
          <p:nvPr/>
        </p:nvSpPr>
        <p:spPr>
          <a:xfrm>
            <a:off x="868680" y="5486400"/>
            <a:ext cx="10469880" cy="59436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Bunnfelt tekst"/>
          <p:cNvSpPr txBox="1"/>
          <p:nvPr/>
        </p:nvSpPr>
        <p:spPr>
          <a:xfrm>
            <a:off x="1097280" y="5486400"/>
            <a:ext cx="10012680" cy="594360"/>
          </a:xfrm>
          <a:prstGeom prst="rect">
            <a:avLst/>
          </a:prstGeom>
          <a:noFill/>
        </p:spPr>
        <p:txBody>
          <a:bodyPr wrap="square" lIns="0" tIns="0" rIns="0" bIns="0" anchor="ctr">
            <a:spAutoFit/>
          </a:bodyPr>
          <a:lstStyle/>
          <a:p>
            <a:pPr algn="ctr"/>
            <a:r>
              <a:rPr sz="1600" b="0" i="0">
                <a:solidFill>
                  <a:srgbClr val="1E2A45"/>
                </a:solidFill>
              </a:rPr>
              <a:t>Svaret kom før spørsmålet hadde blitt deres eget. Men bruddet åpnet prosessen på nytt.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Faseagentene og de fire dimensjonene</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Hver agent støtter det epistemiske arbeidet eleven står i, uten å gjøre det for henne</a:t>
            </a:r>
          </a:p>
        </p:txBody>
      </p:sp>
      <p:sp>
        <p:nvSpPr>
          <p:cNvPr id="5" name="Rounded Rectangle 4"/>
          <p:cNvSpPr/>
          <p:nvPr/>
        </p:nvSpPr>
        <p:spPr>
          <a:xfrm>
            <a:off x="594360" y="1783080"/>
            <a:ext cx="2377440" cy="777240"/>
          </a:xfrm>
          <a:prstGeom prst="roundRect">
            <a:avLst>
              <a:gd name="adj" fmla="val 12000"/>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783080"/>
            <a:ext cx="2103120" cy="777240"/>
          </a:xfrm>
          <a:prstGeom prst="rect">
            <a:avLst/>
          </a:prstGeom>
          <a:noFill/>
        </p:spPr>
        <p:txBody>
          <a:bodyPr wrap="square" lIns="0" tIns="0" rIns="0" bIns="0" anchor="ctr">
            <a:spAutoFit/>
          </a:bodyPr>
          <a:lstStyle/>
          <a:p>
            <a:pPr algn="l"/>
            <a:r>
              <a:rPr sz="1200" b="1" i="0">
                <a:solidFill>
                  <a:srgbClr val="FFFFFF"/>
                </a:solidFill>
              </a:rPr>
              <a:t>Agent 1</a:t>
            </a:r>
          </a:p>
          <a:p>
            <a:pPr algn="l"/>
            <a:r>
              <a:rPr sz="1600" b="1" i="0">
                <a:solidFill>
                  <a:srgbClr val="FFFFFF"/>
                </a:solidFill>
              </a:rPr>
              <a:t>Oppstart</a:t>
            </a:r>
          </a:p>
        </p:txBody>
      </p:sp>
      <p:sp>
        <p:nvSpPr>
          <p:cNvPr id="7" name="Rounded Rectangle 6"/>
          <p:cNvSpPr/>
          <p:nvPr/>
        </p:nvSpPr>
        <p:spPr>
          <a:xfrm>
            <a:off x="3108960" y="1783080"/>
            <a:ext cx="8229600" cy="777240"/>
          </a:xfrm>
          <a:prstGeom prst="roundRect">
            <a:avLst>
              <a:gd name="adj" fmla="val 10000"/>
            </a:avLst>
          </a:prstGeom>
          <a:solidFill>
            <a:srgbClr val="E7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337560" y="1783080"/>
            <a:ext cx="2194560" cy="777240"/>
          </a:xfrm>
          <a:prstGeom prst="rect">
            <a:avLst/>
          </a:prstGeom>
          <a:noFill/>
        </p:spPr>
        <p:txBody>
          <a:bodyPr wrap="square" lIns="0" tIns="0" rIns="0" bIns="0" anchor="ctr">
            <a:spAutoFit/>
          </a:bodyPr>
          <a:lstStyle/>
          <a:p>
            <a:pPr algn="l"/>
            <a:r>
              <a:rPr sz="1600" b="1" i="0">
                <a:solidFill>
                  <a:srgbClr val="62746B"/>
                </a:solidFill>
              </a:rPr>
              <a:t>Fremmedgjøring</a:t>
            </a:r>
          </a:p>
        </p:txBody>
      </p:sp>
      <p:sp>
        <p:nvSpPr>
          <p:cNvPr id="9" name="TextBox 8"/>
          <p:cNvSpPr txBox="1"/>
          <p:nvPr/>
        </p:nvSpPr>
        <p:spPr>
          <a:xfrm>
            <a:off x="5532120" y="1783080"/>
            <a:ext cx="5669280" cy="777240"/>
          </a:xfrm>
          <a:prstGeom prst="rect">
            <a:avLst/>
          </a:prstGeom>
          <a:noFill/>
        </p:spPr>
        <p:txBody>
          <a:bodyPr wrap="square" lIns="0" tIns="0" rIns="0" bIns="0" anchor="ctr">
            <a:spAutoFit/>
          </a:bodyPr>
          <a:lstStyle/>
          <a:p>
            <a:pPr algn="l"/>
            <a:r>
              <a:rPr sz="1500" b="0" i="0">
                <a:solidFill>
                  <a:srgbClr val="1E2A45"/>
                </a:solidFill>
              </a:rPr>
              <a:t>Oppdage hva oppgaven krever, og hva eleven ikke forstår ennå</a:t>
            </a:r>
          </a:p>
        </p:txBody>
      </p:sp>
      <p:sp>
        <p:nvSpPr>
          <p:cNvPr id="10" name="Rounded Rectangle 9"/>
          <p:cNvSpPr/>
          <p:nvPr/>
        </p:nvSpPr>
        <p:spPr>
          <a:xfrm>
            <a:off x="594360" y="2679191"/>
            <a:ext cx="2377440" cy="777240"/>
          </a:xfrm>
          <a:prstGeom prst="roundRect">
            <a:avLst>
              <a:gd name="adj" fmla="val 12000"/>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7240" y="2679191"/>
            <a:ext cx="2103120" cy="777240"/>
          </a:xfrm>
          <a:prstGeom prst="rect">
            <a:avLst/>
          </a:prstGeom>
          <a:noFill/>
        </p:spPr>
        <p:txBody>
          <a:bodyPr wrap="square" lIns="0" tIns="0" rIns="0" bIns="0" anchor="ctr">
            <a:spAutoFit/>
          </a:bodyPr>
          <a:lstStyle/>
          <a:p>
            <a:pPr algn="l"/>
            <a:r>
              <a:rPr sz="1200" b="1" i="0">
                <a:solidFill>
                  <a:srgbClr val="FAF9F7"/>
                </a:solidFill>
              </a:rPr>
              <a:t>Agent 2</a:t>
            </a:r>
          </a:p>
          <a:p>
            <a:pPr algn="l"/>
            <a:r>
              <a:rPr sz="1600" b="1" i="0">
                <a:solidFill>
                  <a:srgbClr val="FAF9F7"/>
                </a:solidFill>
              </a:rPr>
              <a:t>Idé og manus</a:t>
            </a:r>
          </a:p>
        </p:txBody>
      </p:sp>
      <p:sp>
        <p:nvSpPr>
          <p:cNvPr id="12" name="Rounded Rectangle 11"/>
          <p:cNvSpPr/>
          <p:nvPr/>
        </p:nvSpPr>
        <p:spPr>
          <a:xfrm>
            <a:off x="3108960" y="2679191"/>
            <a:ext cx="8229600" cy="777240"/>
          </a:xfrm>
          <a:prstGeom prst="roundRect">
            <a:avLst>
              <a:gd name="adj" fmla="val 10000"/>
            </a:avLst>
          </a:prstGeom>
          <a:solidFill>
            <a:srgbClr val="E9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337560" y="2679191"/>
            <a:ext cx="2194560" cy="777240"/>
          </a:xfrm>
          <a:prstGeom prst="rect">
            <a:avLst/>
          </a:prstGeom>
          <a:noFill/>
        </p:spPr>
        <p:txBody>
          <a:bodyPr wrap="square" lIns="0" tIns="0" rIns="0" bIns="0" anchor="ctr">
            <a:spAutoFit/>
          </a:bodyPr>
          <a:lstStyle/>
          <a:p>
            <a:pPr algn="l"/>
            <a:r>
              <a:rPr sz="1600" b="1" i="0">
                <a:solidFill>
                  <a:srgbClr val="34497A"/>
                </a:solidFill>
              </a:rPr>
              <a:t>Materialdialog</a:t>
            </a:r>
          </a:p>
        </p:txBody>
      </p:sp>
      <p:sp>
        <p:nvSpPr>
          <p:cNvPr id="14" name="TextBox 13"/>
          <p:cNvSpPr txBox="1"/>
          <p:nvPr/>
        </p:nvSpPr>
        <p:spPr>
          <a:xfrm>
            <a:off x="5532120" y="2679191"/>
            <a:ext cx="5669280" cy="777240"/>
          </a:xfrm>
          <a:prstGeom prst="rect">
            <a:avLst/>
          </a:prstGeom>
          <a:noFill/>
        </p:spPr>
        <p:txBody>
          <a:bodyPr wrap="square" lIns="0" tIns="0" rIns="0" bIns="0" anchor="ctr">
            <a:spAutoFit/>
          </a:bodyPr>
          <a:lstStyle/>
          <a:p>
            <a:pPr algn="l"/>
            <a:r>
              <a:rPr sz="1500" b="0" i="0">
                <a:solidFill>
                  <a:srgbClr val="1E2A45"/>
                </a:solidFill>
              </a:rPr>
              <a:t>Behandle fagstoff og KI-forslag som materiale: prøve, justere, begrunne</a:t>
            </a:r>
          </a:p>
        </p:txBody>
      </p:sp>
      <p:sp>
        <p:nvSpPr>
          <p:cNvPr id="15" name="Rounded Rectangle 14"/>
          <p:cNvSpPr/>
          <p:nvPr/>
        </p:nvSpPr>
        <p:spPr>
          <a:xfrm>
            <a:off x="594360" y="3575304"/>
            <a:ext cx="2377440" cy="777240"/>
          </a:xfrm>
          <a:prstGeom prst="roundRect">
            <a:avLst>
              <a:gd name="adj" fmla="val 12000"/>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7240" y="3575304"/>
            <a:ext cx="2103120" cy="777240"/>
          </a:xfrm>
          <a:prstGeom prst="rect">
            <a:avLst/>
          </a:prstGeom>
          <a:noFill/>
        </p:spPr>
        <p:txBody>
          <a:bodyPr wrap="square" lIns="0" tIns="0" rIns="0" bIns="0" anchor="ctr">
            <a:spAutoFit/>
          </a:bodyPr>
          <a:lstStyle/>
          <a:p>
            <a:pPr algn="l"/>
            <a:r>
              <a:rPr sz="1200" b="1" i="0">
                <a:solidFill>
                  <a:srgbClr val="FFFFFF"/>
                </a:solidFill>
              </a:rPr>
              <a:t>Agent 3</a:t>
            </a:r>
          </a:p>
          <a:p>
            <a:pPr algn="l"/>
            <a:r>
              <a:rPr sz="1600" b="1" i="0">
                <a:solidFill>
                  <a:srgbClr val="FFFFFF"/>
                </a:solidFill>
              </a:rPr>
              <a:t>Produksjon</a:t>
            </a:r>
          </a:p>
        </p:txBody>
      </p:sp>
      <p:sp>
        <p:nvSpPr>
          <p:cNvPr id="17" name="Rounded Rectangle 16"/>
          <p:cNvSpPr/>
          <p:nvPr/>
        </p:nvSpPr>
        <p:spPr>
          <a:xfrm>
            <a:off x="3108960" y="3575304"/>
            <a:ext cx="8229600" cy="777240"/>
          </a:xfrm>
          <a:prstGeom prst="roundRect">
            <a:avLst>
              <a:gd name="adj" fmla="val 10000"/>
            </a:avLst>
          </a:prstGeom>
          <a:solidFill>
            <a:srgbClr val="F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337560" y="3575304"/>
            <a:ext cx="2194560" cy="777240"/>
          </a:xfrm>
          <a:prstGeom prst="rect">
            <a:avLst/>
          </a:prstGeom>
          <a:noFill/>
        </p:spPr>
        <p:txBody>
          <a:bodyPr wrap="square" lIns="0" tIns="0" rIns="0" bIns="0" anchor="ctr">
            <a:spAutoFit/>
          </a:bodyPr>
          <a:lstStyle/>
          <a:p>
            <a:pPr algn="l"/>
            <a:r>
              <a:rPr sz="1600" b="1" i="0">
                <a:solidFill>
                  <a:srgbClr val="7E4A62"/>
                </a:solidFill>
              </a:rPr>
              <a:t>Meningsskaping</a:t>
            </a:r>
          </a:p>
        </p:txBody>
      </p:sp>
      <p:sp>
        <p:nvSpPr>
          <p:cNvPr id="19" name="TextBox 18"/>
          <p:cNvSpPr txBox="1"/>
          <p:nvPr/>
        </p:nvSpPr>
        <p:spPr>
          <a:xfrm>
            <a:off x="5532120" y="3575304"/>
            <a:ext cx="5669280" cy="777240"/>
          </a:xfrm>
          <a:prstGeom prst="rect">
            <a:avLst/>
          </a:prstGeom>
          <a:noFill/>
        </p:spPr>
        <p:txBody>
          <a:bodyPr wrap="square" lIns="0" tIns="0" rIns="0" bIns="0" anchor="ctr">
            <a:spAutoFit/>
          </a:bodyPr>
          <a:lstStyle/>
          <a:p>
            <a:pPr algn="l"/>
            <a:r>
              <a:rPr sz="1500" b="0" i="0">
                <a:solidFill>
                  <a:srgbClr val="1E2A45"/>
                </a:solidFill>
              </a:rPr>
              <a:t>Gi fagstoffet form for en mottaker og vurdere hvordan det virker</a:t>
            </a:r>
          </a:p>
        </p:txBody>
      </p:sp>
      <p:sp>
        <p:nvSpPr>
          <p:cNvPr id="20" name="Rounded Rectangle 19"/>
          <p:cNvSpPr/>
          <p:nvPr/>
        </p:nvSpPr>
        <p:spPr>
          <a:xfrm>
            <a:off x="594360" y="4471416"/>
            <a:ext cx="2377440" cy="777240"/>
          </a:xfrm>
          <a:prstGeom prst="roundRect">
            <a:avLst>
              <a:gd name="adj" fmla="val 12000"/>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77240" y="4471416"/>
            <a:ext cx="2103120" cy="777240"/>
          </a:xfrm>
          <a:prstGeom prst="rect">
            <a:avLst/>
          </a:prstGeom>
          <a:noFill/>
        </p:spPr>
        <p:txBody>
          <a:bodyPr wrap="square" lIns="0" tIns="0" rIns="0" bIns="0" anchor="ctr">
            <a:spAutoFit/>
          </a:bodyPr>
          <a:lstStyle/>
          <a:p>
            <a:pPr algn="l"/>
            <a:r>
              <a:rPr sz="1200" b="1" i="0">
                <a:solidFill>
                  <a:srgbClr val="FFFFFF"/>
                </a:solidFill>
              </a:rPr>
              <a:t>Agent 4</a:t>
            </a:r>
          </a:p>
          <a:p>
            <a:pPr algn="l"/>
            <a:r>
              <a:rPr sz="1600" b="1" i="0">
                <a:solidFill>
                  <a:srgbClr val="FFFFFF"/>
                </a:solidFill>
              </a:rPr>
              <a:t>Refleksjon</a:t>
            </a:r>
          </a:p>
        </p:txBody>
      </p:sp>
      <p:sp>
        <p:nvSpPr>
          <p:cNvPr id="22" name="Rounded Rectangle 21"/>
          <p:cNvSpPr/>
          <p:nvPr/>
        </p:nvSpPr>
        <p:spPr>
          <a:xfrm>
            <a:off x="3108960" y="4471416"/>
            <a:ext cx="8229600" cy="777240"/>
          </a:xfrm>
          <a:prstGeom prst="roundRect">
            <a:avLst>
              <a:gd name="adj" fmla="val 10000"/>
            </a:avLst>
          </a:prstGeom>
          <a:solidFill>
            <a:srgbClr val="F0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3337560" y="4471416"/>
            <a:ext cx="2194560" cy="777240"/>
          </a:xfrm>
          <a:prstGeom prst="rect">
            <a:avLst/>
          </a:prstGeom>
          <a:noFill/>
        </p:spPr>
        <p:txBody>
          <a:bodyPr wrap="square" lIns="0" tIns="0" rIns="0" bIns="0" anchor="ctr">
            <a:spAutoFit/>
          </a:bodyPr>
          <a:lstStyle/>
          <a:p>
            <a:pPr algn="l"/>
            <a:r>
              <a:rPr sz="1600" b="1" i="0">
                <a:solidFill>
                  <a:srgbClr val="3A2433"/>
                </a:solidFill>
              </a:rPr>
              <a:t>Tilbakekomst</a:t>
            </a:r>
          </a:p>
        </p:txBody>
      </p:sp>
      <p:sp>
        <p:nvSpPr>
          <p:cNvPr id="24" name="TextBox 23"/>
          <p:cNvSpPr txBox="1"/>
          <p:nvPr/>
        </p:nvSpPr>
        <p:spPr>
          <a:xfrm>
            <a:off x="5532120" y="4471416"/>
            <a:ext cx="5669280" cy="777240"/>
          </a:xfrm>
          <a:prstGeom prst="rect">
            <a:avLst/>
          </a:prstGeom>
          <a:noFill/>
        </p:spPr>
        <p:txBody>
          <a:bodyPr wrap="square" lIns="0" tIns="0" rIns="0" bIns="0" anchor="ctr">
            <a:spAutoFit/>
          </a:bodyPr>
          <a:lstStyle/>
          <a:p>
            <a:pPr algn="l"/>
            <a:r>
              <a:rPr sz="1500" b="0" i="0">
                <a:solidFill>
                  <a:srgbClr val="1E2A45"/>
                </a:solidFill>
              </a:rPr>
              <a:t>Sette ord på egne valg og kunne stå inne for det som er skapt</a:t>
            </a:r>
          </a:p>
        </p:txBody>
      </p:sp>
      <p:sp>
        <p:nvSpPr>
          <p:cNvPr id="25" name="Bunnfelt"/>
          <p:cNvSpPr/>
          <p:nvPr/>
        </p:nvSpPr>
        <p:spPr>
          <a:xfrm>
            <a:off x="868680" y="5486400"/>
            <a:ext cx="10469880" cy="59436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Bunnfelt tekst"/>
          <p:cNvSpPr txBox="1"/>
          <p:nvPr/>
        </p:nvSpPr>
        <p:spPr>
          <a:xfrm>
            <a:off x="1097280" y="5486400"/>
            <a:ext cx="10012680" cy="594360"/>
          </a:xfrm>
          <a:prstGeom prst="rect">
            <a:avLst/>
          </a:prstGeom>
          <a:noFill/>
        </p:spPr>
        <p:txBody>
          <a:bodyPr wrap="square" lIns="0" tIns="0" rIns="0" bIns="0" anchor="ctr">
            <a:spAutoFit/>
          </a:bodyPr>
          <a:lstStyle/>
          <a:p>
            <a:pPr algn="ctr"/>
            <a:r>
              <a:rPr sz="1500" b="0" i="0">
                <a:solidFill>
                  <a:srgbClr val="1E2A45"/>
                </a:solidFill>
              </a:rPr>
              <a:t>Undring, perspektivering og vurdering går gjennom alle fire. Dimensjonene er et blikk, ikke fire trinn.</a:t>
            </a:r>
          </a:p>
        </p:txBody>
      </p:sp>
      <p:sp>
        <p:nvSpPr>
          <p:cNvPr id="27" name="Kilde"/>
          <p:cNvSpPr txBox="1"/>
          <p:nvPr/>
        </p:nvSpPr>
        <p:spPr>
          <a:xfrm>
            <a:off x="640080" y="6400800"/>
            <a:ext cx="8229600" cy="228600"/>
          </a:xfrm>
          <a:prstGeom prst="rect">
            <a:avLst/>
          </a:prstGeom>
          <a:noFill/>
        </p:spPr>
        <p:txBody>
          <a:bodyPr wrap="square" lIns="0" tIns="0" rIns="0" bIns="0" anchor="t">
            <a:spAutoFit/>
          </a:bodyPr>
          <a:lstStyle/>
          <a:p>
            <a:pPr algn="l"/>
            <a:r>
              <a:rPr sz="1000" b="0" i="0">
                <a:solidFill>
                  <a:srgbClr val="686B76"/>
                </a:solidFill>
              </a:rPr>
              <a:t>Modell for skapende estetiske læreprosesser, Letnes, under utgivelse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Fra elevenes innspill til en ny instruks</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Slik kan en lærer skrive rollen til en pedagogisk KI-agent</a:t>
            </a:r>
          </a:p>
        </p:txBody>
      </p:sp>
      <p:sp>
        <p:nvSpPr>
          <p:cNvPr id="5" name="Rounded Rectangle 4"/>
          <p:cNvSpPr/>
          <p:nvPr/>
        </p:nvSpPr>
        <p:spPr>
          <a:xfrm>
            <a:off x="594360" y="1783080"/>
            <a:ext cx="3931920" cy="3383280"/>
          </a:xfrm>
          <a:prstGeom prst="roundRect">
            <a:avLst>
              <a:gd name="adj" fmla="val 6000"/>
            </a:avLst>
          </a:prstGeom>
          <a:solidFill>
            <a:srgbClr val="F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68680" y="1965960"/>
            <a:ext cx="3383280" cy="2377440"/>
          </a:xfrm>
          <a:prstGeom prst="rect">
            <a:avLst/>
          </a:prstGeom>
          <a:noFill/>
        </p:spPr>
        <p:txBody>
          <a:bodyPr wrap="square" lIns="0" tIns="0" rIns="0" bIns="0" anchor="t">
            <a:spAutoFit/>
          </a:bodyPr>
          <a:lstStyle/>
          <a:p>
            <a:pPr algn="l"/>
            <a:r>
              <a:rPr sz="1700" b="0" i="1">
                <a:solidFill>
                  <a:srgbClr val="1E2A45"/>
                </a:solidFill>
              </a:rPr>
              <a:t>«Jeg ønsker at den … funka litt mer som en lærer … Den tror jo at vi kan ting fra før av. Men det kunne vi ikke.»</a:t>
            </a:r>
          </a:p>
        </p:txBody>
      </p:sp>
      <p:sp>
        <p:nvSpPr>
          <p:cNvPr id="7" name="TextBox 6"/>
          <p:cNvSpPr txBox="1"/>
          <p:nvPr/>
        </p:nvSpPr>
        <p:spPr>
          <a:xfrm>
            <a:off x="868680" y="4526280"/>
            <a:ext cx="3383280" cy="365760"/>
          </a:xfrm>
          <a:prstGeom prst="rect">
            <a:avLst/>
          </a:prstGeom>
          <a:noFill/>
        </p:spPr>
        <p:txBody>
          <a:bodyPr wrap="square" lIns="0" tIns="0" rIns="0" bIns="0" anchor="t">
            <a:spAutoFit/>
          </a:bodyPr>
          <a:lstStyle/>
          <a:p>
            <a:pPr algn="l"/>
            <a:r>
              <a:rPr sz="1300" b="1" i="0">
                <a:solidFill>
                  <a:srgbClr val="7E4A62"/>
                </a:solidFill>
              </a:rPr>
              <a:t>Mia, syklus 3</a:t>
            </a:r>
          </a:p>
        </p:txBody>
      </p:sp>
      <p:sp>
        <p:nvSpPr>
          <p:cNvPr id="8" name="Right Arrow 7"/>
          <p:cNvSpPr/>
          <p:nvPr/>
        </p:nvSpPr>
        <p:spPr>
          <a:xfrm>
            <a:off x="4663440" y="3200400"/>
            <a:ext cx="548640" cy="457200"/>
          </a:xfrm>
          <a:prstGeom prst="rightArrow">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49240" y="1783080"/>
            <a:ext cx="5989320" cy="3383280"/>
          </a:xfrm>
          <a:prstGeom prst="roundRect">
            <a:avLst>
              <a:gd name="adj" fmla="val 5000"/>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623560" y="1920240"/>
            <a:ext cx="5486400" cy="320040"/>
          </a:xfrm>
          <a:prstGeom prst="rect">
            <a:avLst/>
          </a:prstGeom>
          <a:noFill/>
        </p:spPr>
        <p:txBody>
          <a:bodyPr wrap="square" lIns="0" tIns="0" rIns="0" bIns="0" anchor="t">
            <a:spAutoFit/>
          </a:bodyPr>
          <a:lstStyle/>
          <a:p>
            <a:pPr algn="l"/>
            <a:r>
              <a:rPr sz="1300" b="1" i="0">
                <a:solidFill>
                  <a:srgbClr val="1E2A45"/>
                </a:solidFill>
              </a:rPr>
              <a:t>Instruks til agenten</a:t>
            </a:r>
          </a:p>
        </p:txBody>
      </p:sp>
      <p:sp>
        <p:nvSpPr>
          <p:cNvPr id="11" name="TextBox 10"/>
          <p:cNvSpPr txBox="1"/>
          <p:nvPr/>
        </p:nvSpPr>
        <p:spPr>
          <a:xfrm>
            <a:off x="5623560" y="2286000"/>
            <a:ext cx="5486400" cy="2788920"/>
          </a:xfrm>
          <a:prstGeom prst="rect">
            <a:avLst/>
          </a:prstGeom>
          <a:noFill/>
        </p:spPr>
        <p:txBody>
          <a:bodyPr wrap="square" lIns="0" tIns="0" rIns="0" bIns="0" anchor="t">
            <a:spAutoFit/>
          </a:bodyPr>
          <a:lstStyle/>
          <a:p>
            <a:pPr algn="l"/>
            <a:r>
              <a:rPr sz="1500" b="0" i="0">
                <a:solidFill>
                  <a:srgbClr val="FFFFFF"/>
                </a:solidFill>
              </a:rPr>
              <a:t>Du skal støtte eleven i å undersøke og begrunne egne valg. Ikke gi en ferdig løsning når eleven kan komme videre ved å sammenligne alternativer, forklare egen tenkning eller undersøke konsekvenser. Still ett spørsmål om gangen. Mangler eleven nødvendig fagkunnskap, ber du eleven forklare hva hun mangler kunnskap om. Forklar det, før du inviterer eleven videre til refleksjon.</a:t>
            </a:r>
          </a:p>
        </p:txBody>
      </p:sp>
      <p:sp>
        <p:nvSpPr>
          <p:cNvPr id="12" name="Bunnfelt"/>
          <p:cNvSpPr/>
          <p:nvPr/>
        </p:nvSpPr>
        <p:spPr>
          <a:xfrm>
            <a:off x="868680" y="5440680"/>
            <a:ext cx="10469880" cy="54864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Bunnfelt tekst"/>
          <p:cNvSpPr txBox="1"/>
          <p:nvPr/>
        </p:nvSpPr>
        <p:spPr>
          <a:xfrm>
            <a:off x="1097280" y="5440680"/>
            <a:ext cx="10012680" cy="548640"/>
          </a:xfrm>
          <a:prstGeom prst="rect">
            <a:avLst/>
          </a:prstGeom>
          <a:noFill/>
        </p:spPr>
        <p:txBody>
          <a:bodyPr wrap="square" lIns="0" tIns="0" rIns="0" bIns="0" anchor="ctr">
            <a:spAutoFit/>
          </a:bodyPr>
          <a:lstStyle/>
          <a:p>
            <a:pPr algn="ctr"/>
            <a:r>
              <a:rPr sz="1600" b="0" i="0">
                <a:solidFill>
                  <a:srgbClr val="1E2A45"/>
                </a:solidFill>
              </a:rPr>
              <a:t>Friksjonen trenger et uavklart rom, men eleven må ha noe å møte rommet med.</a:t>
            </a:r>
          </a:p>
        </p:txBody>
      </p:sp>
      <p:sp>
        <p:nvSpPr>
          <p:cNvPr id="14" name="Kilde"/>
          <p:cNvSpPr txBox="1"/>
          <p:nvPr/>
        </p:nvSpPr>
        <p:spPr>
          <a:xfrm>
            <a:off x="640080" y="6400800"/>
            <a:ext cx="8229600" cy="228600"/>
          </a:xfrm>
          <a:prstGeom prst="rect">
            <a:avLst/>
          </a:prstGeom>
          <a:noFill/>
        </p:spPr>
        <p:txBody>
          <a:bodyPr wrap="square" lIns="0" tIns="0" rIns="0" bIns="0" anchor="t">
            <a:spAutoFit/>
          </a:bodyPr>
          <a:lstStyle/>
          <a:p>
            <a:pPr algn="l"/>
            <a:r>
              <a:rPr sz="1000" b="0" i="0">
                <a:solidFill>
                  <a:srgbClr val="686B76"/>
                </a:solidFill>
              </a:rPr>
              <a:t>Letnes, under utgivelse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Versjon 2: Det vi endrer i agentene</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Fra instruksen i syklus 3 til en ny versjon, bygd på det elevene fortalte</a:t>
            </a:r>
          </a:p>
        </p:txBody>
      </p:sp>
      <p:sp>
        <p:nvSpPr>
          <p:cNvPr id="5" name="TextBox 4"/>
          <p:cNvSpPr txBox="1"/>
          <p:nvPr/>
        </p:nvSpPr>
        <p:spPr>
          <a:xfrm>
            <a:off x="594360" y="1783080"/>
            <a:ext cx="5120640" cy="365760"/>
          </a:xfrm>
          <a:prstGeom prst="rect">
            <a:avLst/>
          </a:prstGeom>
          <a:noFill/>
        </p:spPr>
        <p:txBody>
          <a:bodyPr wrap="square" lIns="0" tIns="0" rIns="0" bIns="0" anchor="t">
            <a:spAutoFit/>
          </a:bodyPr>
          <a:lstStyle/>
          <a:p>
            <a:pPr algn="l"/>
            <a:r>
              <a:rPr sz="1700" b="1" i="0">
                <a:solidFill>
                  <a:srgbClr val="686B76"/>
                </a:solidFill>
              </a:rPr>
              <a:t>Versjon 1 sa</a:t>
            </a:r>
          </a:p>
        </p:txBody>
      </p:sp>
      <p:sp>
        <p:nvSpPr>
          <p:cNvPr id="6" name="TextBox 5"/>
          <p:cNvSpPr txBox="1"/>
          <p:nvPr/>
        </p:nvSpPr>
        <p:spPr>
          <a:xfrm>
            <a:off x="6263640" y="1783080"/>
            <a:ext cx="5074920" cy="365760"/>
          </a:xfrm>
          <a:prstGeom prst="rect">
            <a:avLst/>
          </a:prstGeom>
          <a:noFill/>
        </p:spPr>
        <p:txBody>
          <a:bodyPr wrap="square" lIns="0" tIns="0" rIns="0" bIns="0" anchor="t">
            <a:spAutoFit/>
          </a:bodyPr>
          <a:lstStyle/>
          <a:p>
            <a:pPr algn="l"/>
            <a:r>
              <a:rPr sz="1700" b="1" i="0">
                <a:solidFill>
                  <a:srgbClr val="62746B"/>
                </a:solidFill>
              </a:rPr>
              <a:t>Versjon 2 sier</a:t>
            </a:r>
          </a:p>
        </p:txBody>
      </p:sp>
      <p:sp>
        <p:nvSpPr>
          <p:cNvPr id="7" name="Rounded Rectangle 6"/>
          <p:cNvSpPr/>
          <p:nvPr/>
        </p:nvSpPr>
        <p:spPr>
          <a:xfrm>
            <a:off x="594360" y="2240280"/>
            <a:ext cx="5120640" cy="65836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60" y="2240280"/>
            <a:ext cx="4709160" cy="658368"/>
          </a:xfrm>
          <a:prstGeom prst="rect">
            <a:avLst/>
          </a:prstGeom>
          <a:noFill/>
        </p:spPr>
        <p:txBody>
          <a:bodyPr wrap="square" lIns="0" tIns="0" rIns="0" bIns="0" anchor="ctr">
            <a:spAutoFit/>
          </a:bodyPr>
          <a:lstStyle/>
          <a:p>
            <a:pPr algn="l"/>
            <a:r>
              <a:rPr sz="1300" b="0" i="1">
                <a:solidFill>
                  <a:srgbClr val="1E2A45"/>
                </a:solidFill>
              </a:rPr>
              <a:t>«Du skal aldri presentere fagstoff, svar eller konklusjoner på egen hånd.»</a:t>
            </a:r>
          </a:p>
        </p:txBody>
      </p:sp>
      <p:sp>
        <p:nvSpPr>
          <p:cNvPr id="9" name="Right Arrow 8"/>
          <p:cNvSpPr/>
          <p:nvPr/>
        </p:nvSpPr>
        <p:spPr>
          <a:xfrm>
            <a:off x="5779008" y="2423160"/>
            <a:ext cx="384048" cy="292608"/>
          </a:xfrm>
          <a:prstGeom prst="rightArrow">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63640" y="2240280"/>
            <a:ext cx="5074920" cy="658368"/>
          </a:xfrm>
          <a:prstGeom prst="roundRect">
            <a:avLst>
              <a:gd name="adj" fmla="val 12000"/>
            </a:avLst>
          </a:prstGeom>
          <a:solidFill>
            <a:srgbClr val="E7EFEB"/>
          </a:solidFill>
          <a:ln w="15240">
            <a:solidFill>
              <a:srgbClr val="6274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492240" y="2240280"/>
            <a:ext cx="4663440" cy="658368"/>
          </a:xfrm>
          <a:prstGeom prst="rect">
            <a:avLst/>
          </a:prstGeom>
          <a:noFill/>
        </p:spPr>
        <p:txBody>
          <a:bodyPr wrap="square" lIns="0" tIns="0" rIns="0" bIns="0" anchor="ctr">
            <a:spAutoFit/>
          </a:bodyPr>
          <a:lstStyle/>
          <a:p>
            <a:pPr algn="l"/>
            <a:r>
              <a:rPr sz="1400" b="1" i="0">
                <a:solidFill>
                  <a:srgbClr val="1E2A45"/>
                </a:solidFill>
              </a:rPr>
              <a:t>Mangler eleven fagkunnskap: forklar kort, vis til kilder, så spør.</a:t>
            </a:r>
          </a:p>
        </p:txBody>
      </p:sp>
      <p:sp>
        <p:nvSpPr>
          <p:cNvPr id="12" name="Rounded Rectangle 11"/>
          <p:cNvSpPr/>
          <p:nvPr/>
        </p:nvSpPr>
        <p:spPr>
          <a:xfrm>
            <a:off x="594360" y="3017520"/>
            <a:ext cx="5120640" cy="65836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2960" y="3017520"/>
            <a:ext cx="4709160" cy="658368"/>
          </a:xfrm>
          <a:prstGeom prst="rect">
            <a:avLst/>
          </a:prstGeom>
          <a:noFill/>
        </p:spPr>
        <p:txBody>
          <a:bodyPr wrap="square" lIns="0" tIns="0" rIns="0" bIns="0" anchor="ctr">
            <a:spAutoFit/>
          </a:bodyPr>
          <a:lstStyle/>
          <a:p>
            <a:pPr algn="l"/>
            <a:r>
              <a:rPr sz="1300" b="0" i="1">
                <a:solidFill>
                  <a:srgbClr val="1E2A45"/>
                </a:solidFill>
              </a:rPr>
              <a:t>«Du skal alltid stille spørsmål før du hjelper.»</a:t>
            </a:r>
          </a:p>
        </p:txBody>
      </p:sp>
      <p:sp>
        <p:nvSpPr>
          <p:cNvPr id="14" name="Right Arrow 13"/>
          <p:cNvSpPr/>
          <p:nvPr/>
        </p:nvSpPr>
        <p:spPr>
          <a:xfrm>
            <a:off x="5779008" y="3200400"/>
            <a:ext cx="384048" cy="292608"/>
          </a:xfrm>
          <a:prstGeom prst="rightArrow">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63640" y="3017520"/>
            <a:ext cx="5074920" cy="658368"/>
          </a:xfrm>
          <a:prstGeom prst="roundRect">
            <a:avLst>
              <a:gd name="adj" fmla="val 12000"/>
            </a:avLst>
          </a:prstGeom>
          <a:solidFill>
            <a:srgbClr val="E7EFEB"/>
          </a:solidFill>
          <a:ln w="15240">
            <a:solidFill>
              <a:srgbClr val="6274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492240" y="3017520"/>
            <a:ext cx="4663440" cy="658368"/>
          </a:xfrm>
          <a:prstGeom prst="rect">
            <a:avLst/>
          </a:prstGeom>
          <a:noFill/>
        </p:spPr>
        <p:txBody>
          <a:bodyPr wrap="square" lIns="0" tIns="0" rIns="0" bIns="0" anchor="ctr">
            <a:spAutoFit/>
          </a:bodyPr>
          <a:lstStyle/>
          <a:p>
            <a:pPr algn="l"/>
            <a:r>
              <a:rPr sz="1400" b="1" i="0">
                <a:solidFill>
                  <a:srgbClr val="1E2A45"/>
                </a:solidFill>
              </a:rPr>
              <a:t>Ett spørsmål om gangen, og høyst tre før du gir noe tilbake.</a:t>
            </a:r>
          </a:p>
        </p:txBody>
      </p:sp>
      <p:sp>
        <p:nvSpPr>
          <p:cNvPr id="17" name="Rounded Rectangle 16"/>
          <p:cNvSpPr/>
          <p:nvPr/>
        </p:nvSpPr>
        <p:spPr>
          <a:xfrm>
            <a:off x="594360" y="3794760"/>
            <a:ext cx="5120640" cy="65836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22960" y="3794760"/>
            <a:ext cx="4709160" cy="658368"/>
          </a:xfrm>
          <a:prstGeom prst="rect">
            <a:avLst/>
          </a:prstGeom>
          <a:noFill/>
        </p:spPr>
        <p:txBody>
          <a:bodyPr wrap="square" lIns="0" tIns="0" rIns="0" bIns="0" anchor="ctr">
            <a:spAutoFit/>
          </a:bodyPr>
          <a:lstStyle/>
          <a:p>
            <a:pPr algn="l"/>
            <a:r>
              <a:rPr sz="1300" b="0" i="0">
                <a:solidFill>
                  <a:srgbClr val="1E2A45"/>
                </a:solidFill>
              </a:rPr>
              <a:t>En prosessloggbot med mange oppgaver samtidig.</a:t>
            </a:r>
          </a:p>
        </p:txBody>
      </p:sp>
      <p:sp>
        <p:nvSpPr>
          <p:cNvPr id="19" name="Right Arrow 18"/>
          <p:cNvSpPr/>
          <p:nvPr/>
        </p:nvSpPr>
        <p:spPr>
          <a:xfrm>
            <a:off x="5779008" y="3977640"/>
            <a:ext cx="384048" cy="292608"/>
          </a:xfrm>
          <a:prstGeom prst="rightArrow">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63640" y="3794760"/>
            <a:ext cx="5074920" cy="658368"/>
          </a:xfrm>
          <a:prstGeom prst="roundRect">
            <a:avLst>
              <a:gd name="adj" fmla="val 12000"/>
            </a:avLst>
          </a:prstGeom>
          <a:solidFill>
            <a:srgbClr val="E7EFEB"/>
          </a:solidFill>
          <a:ln w="15240">
            <a:solidFill>
              <a:srgbClr val="6274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92240" y="3794760"/>
            <a:ext cx="4663440" cy="658368"/>
          </a:xfrm>
          <a:prstGeom prst="rect">
            <a:avLst/>
          </a:prstGeom>
          <a:noFill/>
        </p:spPr>
        <p:txBody>
          <a:bodyPr wrap="square" lIns="0" tIns="0" rIns="0" bIns="0" anchor="ctr">
            <a:spAutoFit/>
          </a:bodyPr>
          <a:lstStyle/>
          <a:p>
            <a:pPr algn="l"/>
            <a:r>
              <a:rPr sz="1400" b="1" i="0">
                <a:solidFill>
                  <a:srgbClr val="1E2A45"/>
                </a:solidFill>
              </a:rPr>
              <a:t>Én rolle: samtalepartner i fasen.</a:t>
            </a:r>
          </a:p>
        </p:txBody>
      </p:sp>
      <p:sp>
        <p:nvSpPr>
          <p:cNvPr id="22" name="Rounded Rectangle 21"/>
          <p:cNvSpPr/>
          <p:nvPr/>
        </p:nvSpPr>
        <p:spPr>
          <a:xfrm>
            <a:off x="594360" y="4572000"/>
            <a:ext cx="5120640" cy="65836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2960" y="4572000"/>
            <a:ext cx="4709160" cy="658368"/>
          </a:xfrm>
          <a:prstGeom prst="rect">
            <a:avLst/>
          </a:prstGeom>
          <a:noFill/>
        </p:spPr>
        <p:txBody>
          <a:bodyPr wrap="square" lIns="0" tIns="0" rIns="0" bIns="0" anchor="ctr">
            <a:spAutoFit/>
          </a:bodyPr>
          <a:lstStyle/>
          <a:p>
            <a:pPr algn="l"/>
            <a:r>
              <a:rPr sz="1300" b="0" i="1">
                <a:solidFill>
                  <a:srgbClr val="1E2A45"/>
                </a:solidFill>
              </a:rPr>
              <a:t>«Avslutt alltid samtalen med å støtte produksjon av dokumentasjon.»</a:t>
            </a:r>
          </a:p>
        </p:txBody>
      </p:sp>
      <p:sp>
        <p:nvSpPr>
          <p:cNvPr id="24" name="Right Arrow 23"/>
          <p:cNvSpPr/>
          <p:nvPr/>
        </p:nvSpPr>
        <p:spPr>
          <a:xfrm>
            <a:off x="5779008" y="4754880"/>
            <a:ext cx="384048" cy="292608"/>
          </a:xfrm>
          <a:prstGeom prst="rightArrow">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63640" y="4572000"/>
            <a:ext cx="5074920" cy="658368"/>
          </a:xfrm>
          <a:prstGeom prst="roundRect">
            <a:avLst>
              <a:gd name="adj" fmla="val 12000"/>
            </a:avLst>
          </a:prstGeom>
          <a:solidFill>
            <a:srgbClr val="E7EFEB"/>
          </a:solidFill>
          <a:ln w="15240">
            <a:solidFill>
              <a:srgbClr val="6274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492240" y="4572000"/>
            <a:ext cx="4663440" cy="658368"/>
          </a:xfrm>
          <a:prstGeom prst="rect">
            <a:avLst/>
          </a:prstGeom>
          <a:noFill/>
        </p:spPr>
        <p:txBody>
          <a:bodyPr wrap="square" lIns="0" tIns="0" rIns="0" bIns="0" anchor="ctr">
            <a:spAutoFit/>
          </a:bodyPr>
          <a:lstStyle/>
          <a:p>
            <a:pPr algn="l"/>
            <a:r>
              <a:rPr sz="1400" b="1" i="0">
                <a:solidFill>
                  <a:srgbClr val="1E2A45"/>
                </a:solidFill>
              </a:rPr>
              <a:t>Tilby hjelp med notatet når økta er ferdig.</a:t>
            </a:r>
          </a:p>
        </p:txBody>
      </p:sp>
      <p:sp>
        <p:nvSpPr>
          <p:cNvPr id="27" name="Bunnfelt"/>
          <p:cNvSpPr/>
          <p:nvPr/>
        </p:nvSpPr>
        <p:spPr>
          <a:xfrm>
            <a:off x="868680" y="5486400"/>
            <a:ext cx="10469880" cy="54864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Bunnfelt tekst"/>
          <p:cNvSpPr txBox="1"/>
          <p:nvPr/>
        </p:nvSpPr>
        <p:spPr>
          <a:xfrm>
            <a:off x="1097280" y="5486400"/>
            <a:ext cx="10012680" cy="548640"/>
          </a:xfrm>
          <a:prstGeom prst="rect">
            <a:avLst/>
          </a:prstGeom>
          <a:noFill/>
        </p:spPr>
        <p:txBody>
          <a:bodyPr wrap="square" lIns="0" tIns="0" rIns="0" bIns="0" anchor="ctr">
            <a:spAutoFit/>
          </a:bodyPr>
          <a:lstStyle/>
          <a:p>
            <a:pPr algn="ctr"/>
            <a:r>
              <a:rPr sz="1600" b="0" i="0">
                <a:solidFill>
                  <a:srgbClr val="1E2A45"/>
                </a:solidFill>
              </a:rPr>
              <a:t>Og gjennomgående: gi eksempler og maler, ikke ferdige tekster.</a:t>
            </a:r>
          </a:p>
        </p:txBody>
      </p:sp>
      <p:sp>
        <p:nvSpPr>
          <p:cNvPr id="29" name="Kilde"/>
          <p:cNvSpPr txBox="1"/>
          <p:nvPr/>
        </p:nvSpPr>
        <p:spPr>
          <a:xfrm>
            <a:off x="640080" y="6400800"/>
            <a:ext cx="8229600" cy="228600"/>
          </a:xfrm>
          <a:prstGeom prst="rect">
            <a:avLst/>
          </a:prstGeom>
          <a:noFill/>
        </p:spPr>
        <p:txBody>
          <a:bodyPr wrap="square" lIns="0" tIns="0" rIns="0" bIns="0" anchor="t">
            <a:spAutoFit/>
          </a:bodyPr>
          <a:lstStyle/>
          <a:p>
            <a:pPr algn="l"/>
            <a:r>
              <a:rPr sz="1000" b="0" i="0">
                <a:solidFill>
                  <a:srgbClr val="686B76"/>
                </a:solidFill>
              </a:rPr>
              <a:t>Instrukser til faseagentene, versjon 1 (syklus 3) og versjon 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Prosessloggen i Forms</a:t>
            </a:r>
          </a:p>
        </p:txBody>
      </p:sp>
      <p:sp>
        <p:nvSpPr>
          <p:cNvPr id="3" name="Aksentlinje"/>
          <p:cNvSpPr/>
          <p:nvPr/>
        </p:nvSpPr>
        <p:spPr>
          <a:xfrm>
            <a:off x="594360" y="1124712"/>
            <a:ext cx="2240280" cy="32004"/>
          </a:xfrm>
          <a:prstGeom prst="rect">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To korte skjemaer: en gruppelogg etter hver økt og et fasenotat for hver elev.</a:t>
            </a:r>
          </a:p>
        </p:txBody>
      </p:sp>
      <p:sp>
        <p:nvSpPr>
          <p:cNvPr id="5" name="Rounded Rectangle 4"/>
          <p:cNvSpPr/>
          <p:nvPr/>
        </p:nvSpPr>
        <p:spPr>
          <a:xfrm>
            <a:off x="594360" y="1783080"/>
            <a:ext cx="2606040" cy="1051560"/>
          </a:xfrm>
          <a:prstGeom prst="roundRect">
            <a:avLst>
              <a:gd name="adj" fmla="val 12000"/>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783080"/>
            <a:ext cx="2240280" cy="1051560"/>
          </a:xfrm>
          <a:prstGeom prst="rect">
            <a:avLst/>
          </a:prstGeom>
          <a:noFill/>
        </p:spPr>
        <p:txBody>
          <a:bodyPr wrap="square" lIns="0" tIns="0" rIns="0" bIns="0" anchor="ctr">
            <a:spAutoFit/>
          </a:bodyPr>
          <a:lstStyle/>
          <a:p>
            <a:pPr algn="l"/>
            <a:r>
              <a:rPr sz="1200" b="1" i="0">
                <a:solidFill>
                  <a:srgbClr val="FFFFFF"/>
                </a:solidFill>
              </a:rPr>
              <a:t>Fase 1</a:t>
            </a:r>
          </a:p>
          <a:p>
            <a:pPr algn="l"/>
            <a:r>
              <a:rPr sz="1600" b="1" i="0">
                <a:solidFill>
                  <a:srgbClr val="FFFFFF"/>
                </a:solidFill>
              </a:rPr>
              <a:t>Oppstart og informasjons-innhenting</a:t>
            </a:r>
          </a:p>
        </p:txBody>
      </p:sp>
      <p:sp>
        <p:nvSpPr>
          <p:cNvPr id="7" name="Chevron 6"/>
          <p:cNvSpPr/>
          <p:nvPr/>
        </p:nvSpPr>
        <p:spPr>
          <a:xfrm>
            <a:off x="3209544" y="21488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10712" y="1783080"/>
            <a:ext cx="2606040" cy="1051560"/>
          </a:xfrm>
          <a:prstGeom prst="roundRect">
            <a:avLst>
              <a:gd name="adj" fmla="val 12000"/>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93592" y="1783080"/>
            <a:ext cx="2240280" cy="1051560"/>
          </a:xfrm>
          <a:prstGeom prst="rect">
            <a:avLst/>
          </a:prstGeom>
          <a:noFill/>
        </p:spPr>
        <p:txBody>
          <a:bodyPr wrap="square" lIns="0" tIns="0" rIns="0" bIns="0" anchor="ctr">
            <a:spAutoFit/>
          </a:bodyPr>
          <a:lstStyle/>
          <a:p>
            <a:pPr algn="l"/>
            <a:r>
              <a:rPr sz="1200" b="1" i="0">
                <a:solidFill>
                  <a:srgbClr val="FAF9F7"/>
                </a:solidFill>
              </a:rPr>
              <a:t>Fase 2</a:t>
            </a:r>
          </a:p>
          <a:p>
            <a:pPr algn="l"/>
            <a:r>
              <a:rPr sz="1600" b="1" i="0">
                <a:solidFill>
                  <a:srgbClr val="FAF9F7"/>
                </a:solidFill>
              </a:rPr>
              <a:t>Idé, argumentasjon og manus</a:t>
            </a:r>
          </a:p>
        </p:txBody>
      </p:sp>
      <p:sp>
        <p:nvSpPr>
          <p:cNvPr id="10" name="Chevron 9"/>
          <p:cNvSpPr/>
          <p:nvPr/>
        </p:nvSpPr>
        <p:spPr>
          <a:xfrm>
            <a:off x="6025896" y="21488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27064" y="1783080"/>
            <a:ext cx="2606040" cy="1051560"/>
          </a:xfrm>
          <a:prstGeom prst="roundRect">
            <a:avLst>
              <a:gd name="adj" fmla="val 12000"/>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9944" y="1783080"/>
            <a:ext cx="2240280" cy="1051560"/>
          </a:xfrm>
          <a:prstGeom prst="rect">
            <a:avLst/>
          </a:prstGeom>
          <a:noFill/>
        </p:spPr>
        <p:txBody>
          <a:bodyPr wrap="square" lIns="0" tIns="0" rIns="0" bIns="0" anchor="ctr">
            <a:spAutoFit/>
          </a:bodyPr>
          <a:lstStyle/>
          <a:p>
            <a:pPr algn="l"/>
            <a:r>
              <a:rPr sz="1200" b="1" i="0">
                <a:solidFill>
                  <a:srgbClr val="FFFFFF"/>
                </a:solidFill>
              </a:rPr>
              <a:t>Fase 3</a:t>
            </a:r>
          </a:p>
          <a:p>
            <a:pPr algn="l"/>
            <a:r>
              <a:rPr sz="1600" b="1" i="0">
                <a:solidFill>
                  <a:srgbClr val="FFFFFF"/>
                </a:solidFill>
              </a:rPr>
              <a:t>Produksjon</a:t>
            </a:r>
          </a:p>
        </p:txBody>
      </p:sp>
      <p:sp>
        <p:nvSpPr>
          <p:cNvPr id="13" name="Chevron 12"/>
          <p:cNvSpPr/>
          <p:nvPr/>
        </p:nvSpPr>
        <p:spPr>
          <a:xfrm>
            <a:off x="8842248" y="2148840"/>
            <a:ext cx="182880" cy="365760"/>
          </a:xfrm>
          <a:prstGeom prst="chevron">
            <a:avLst/>
          </a:prstGeom>
          <a:solidFill>
            <a:srgbClr val="686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043416" y="1783080"/>
            <a:ext cx="2606040" cy="1051560"/>
          </a:xfrm>
          <a:prstGeom prst="roundRect">
            <a:avLst>
              <a:gd name="adj" fmla="val 12000"/>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226296" y="1783080"/>
            <a:ext cx="2240280" cy="1051560"/>
          </a:xfrm>
          <a:prstGeom prst="rect">
            <a:avLst/>
          </a:prstGeom>
          <a:noFill/>
        </p:spPr>
        <p:txBody>
          <a:bodyPr wrap="square" lIns="0" tIns="0" rIns="0" bIns="0" anchor="ctr">
            <a:spAutoFit/>
          </a:bodyPr>
          <a:lstStyle/>
          <a:p>
            <a:pPr algn="l"/>
            <a:r>
              <a:rPr sz="1200" b="1" i="0">
                <a:solidFill>
                  <a:srgbClr val="FFFFFF"/>
                </a:solidFill>
              </a:rPr>
              <a:t>Fase 4</a:t>
            </a:r>
          </a:p>
          <a:p>
            <a:pPr algn="l"/>
            <a:r>
              <a:rPr sz="1600" b="1" i="0">
                <a:solidFill>
                  <a:srgbClr val="FFFFFF"/>
                </a:solidFill>
              </a:rPr>
              <a:t>Refleksjon</a:t>
            </a:r>
          </a:p>
        </p:txBody>
      </p:sp>
      <p:sp>
        <p:nvSpPr>
          <p:cNvPr id="16" name="Rounded Rectangle 15"/>
          <p:cNvSpPr/>
          <p:nvPr/>
        </p:nvSpPr>
        <p:spPr>
          <a:xfrm>
            <a:off x="594360" y="3017520"/>
            <a:ext cx="10744200" cy="1143000"/>
          </a:xfrm>
          <a:prstGeom prst="roundRect">
            <a:avLst>
              <a:gd name="adj" fmla="val 8000"/>
            </a:avLst>
          </a:prstGeom>
          <a:solidFill>
            <a:srgbClr val="F4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68680" y="3017520"/>
            <a:ext cx="10241280" cy="1143000"/>
          </a:xfrm>
          <a:prstGeom prst="rect">
            <a:avLst/>
          </a:prstGeom>
          <a:noFill/>
        </p:spPr>
        <p:txBody>
          <a:bodyPr wrap="square" lIns="0" tIns="0" rIns="0" bIns="0" anchor="ctr">
            <a:spAutoFit/>
          </a:bodyPr>
          <a:lstStyle/>
          <a:p>
            <a:pPr algn="l"/>
            <a:r>
              <a:rPr sz="1600" b="1" i="0">
                <a:solidFill>
                  <a:srgbClr val="1E2A45"/>
                </a:solidFill>
              </a:rPr>
              <a:t>Fasevalget styrer spørsmålene: </a:t>
            </a:r>
            <a:r>
              <a:rPr sz="1600" b="0" i="0">
                <a:solidFill>
                  <a:srgbClr val="1E2A45"/>
                </a:solidFill>
              </a:rPr>
              <a:t>i fasenotatet får eleven ett spørsmål for akkurat den fasen, pluss fem felles om eget bidrag, KI og kildesjekk. Gruppeloggen tar fem minutter på slutten av økta.</a:t>
            </a:r>
          </a:p>
        </p:txBody>
      </p:sp>
      <p:sp>
        <p:nvSpPr>
          <p:cNvPr id="18" name="TextBox 17"/>
          <p:cNvSpPr txBox="1"/>
          <p:nvPr/>
        </p:nvSpPr>
        <p:spPr>
          <a:xfrm>
            <a:off x="594360" y="4389120"/>
            <a:ext cx="2606040" cy="731520"/>
          </a:xfrm>
          <a:prstGeom prst="rect">
            <a:avLst/>
          </a:prstGeom>
          <a:noFill/>
        </p:spPr>
        <p:txBody>
          <a:bodyPr wrap="square" lIns="0" tIns="0" rIns="0" bIns="0" anchor="t">
            <a:spAutoFit/>
          </a:bodyPr>
          <a:lstStyle/>
          <a:p>
            <a:pPr algn="l"/>
            <a:r>
              <a:rPr sz="1500" b="1" i="0">
                <a:solidFill>
                  <a:srgbClr val="1E2A45"/>
                </a:solidFill>
              </a:rPr>
              <a:t>Skolekonto</a:t>
            </a:r>
          </a:p>
          <a:p>
            <a:pPr algn="l"/>
            <a:r>
              <a:rPr sz="1300" b="0" i="0">
                <a:solidFill>
                  <a:srgbClr val="686B76"/>
                </a:solidFill>
              </a:rPr>
              <a:t>navnet følger svaret, data i skolens systemer</a:t>
            </a:r>
          </a:p>
        </p:txBody>
      </p:sp>
      <p:sp>
        <p:nvSpPr>
          <p:cNvPr id="19" name="TextBox 18"/>
          <p:cNvSpPr txBox="1"/>
          <p:nvPr/>
        </p:nvSpPr>
        <p:spPr>
          <a:xfrm>
            <a:off x="3410712" y="4389120"/>
            <a:ext cx="2606040" cy="731520"/>
          </a:xfrm>
          <a:prstGeom prst="rect">
            <a:avLst/>
          </a:prstGeom>
          <a:noFill/>
        </p:spPr>
        <p:txBody>
          <a:bodyPr wrap="square" lIns="0" tIns="0" rIns="0" bIns="0" anchor="t">
            <a:spAutoFit/>
          </a:bodyPr>
          <a:lstStyle/>
          <a:p>
            <a:pPr algn="l"/>
            <a:r>
              <a:rPr sz="1500" b="1" i="0">
                <a:solidFill>
                  <a:srgbClr val="1E2A45"/>
                </a:solidFill>
              </a:rPr>
              <a:t>QR-kode</a:t>
            </a:r>
          </a:p>
          <a:p>
            <a:pPr algn="l"/>
            <a:r>
              <a:rPr sz="1300" b="0" i="0">
                <a:solidFill>
                  <a:srgbClr val="686B76"/>
                </a:solidFill>
              </a:rPr>
              <a:t>to for hele prosjektet, på tavla eller i Teams</a:t>
            </a:r>
          </a:p>
        </p:txBody>
      </p:sp>
      <p:sp>
        <p:nvSpPr>
          <p:cNvPr id="20" name="TextBox 19"/>
          <p:cNvSpPr txBox="1"/>
          <p:nvPr/>
        </p:nvSpPr>
        <p:spPr>
          <a:xfrm>
            <a:off x="6227064" y="4389120"/>
            <a:ext cx="2606040" cy="731520"/>
          </a:xfrm>
          <a:prstGeom prst="rect">
            <a:avLst/>
          </a:prstGeom>
          <a:noFill/>
        </p:spPr>
        <p:txBody>
          <a:bodyPr wrap="square" lIns="0" tIns="0" rIns="0" bIns="0" anchor="t">
            <a:spAutoFit/>
          </a:bodyPr>
          <a:lstStyle/>
          <a:p>
            <a:pPr algn="l"/>
            <a:r>
              <a:rPr sz="1500" b="1" i="0">
                <a:solidFill>
                  <a:srgbClr val="1E2A45"/>
                </a:solidFill>
              </a:rPr>
              <a:t>Kvittering</a:t>
            </a:r>
          </a:p>
          <a:p>
            <a:pPr algn="l"/>
            <a:r>
              <a:rPr sz="1300" b="0" i="0">
                <a:solidFill>
                  <a:srgbClr val="686B76"/>
                </a:solidFill>
              </a:rPr>
              <a:t>eleven lagrer PDF selv, ellers ingen samlet logg</a:t>
            </a:r>
          </a:p>
        </p:txBody>
      </p:sp>
      <p:sp>
        <p:nvSpPr>
          <p:cNvPr id="21" name="TextBox 20"/>
          <p:cNvSpPr txBox="1"/>
          <p:nvPr/>
        </p:nvSpPr>
        <p:spPr>
          <a:xfrm>
            <a:off x="9043416" y="4389120"/>
            <a:ext cx="2606040" cy="731520"/>
          </a:xfrm>
          <a:prstGeom prst="rect">
            <a:avLst/>
          </a:prstGeom>
          <a:noFill/>
        </p:spPr>
        <p:txBody>
          <a:bodyPr wrap="square" lIns="0" tIns="0" rIns="0" bIns="0" anchor="t">
            <a:spAutoFit/>
          </a:bodyPr>
          <a:lstStyle/>
          <a:p>
            <a:pPr algn="l"/>
            <a:r>
              <a:rPr sz="1500" b="1" i="0">
                <a:solidFill>
                  <a:srgbClr val="1E2A45"/>
                </a:solidFill>
              </a:rPr>
              <a:t>Bilder</a:t>
            </a:r>
          </a:p>
          <a:p>
            <a:pPr algn="l"/>
            <a:r>
              <a:rPr sz="1300" b="0" i="0">
                <a:solidFill>
                  <a:srgbClr val="686B76"/>
                </a:solidFill>
              </a:rPr>
              <a:t>havner hos den som eier skjemaet</a:t>
            </a:r>
          </a:p>
        </p:txBody>
      </p:sp>
      <p:sp>
        <p:nvSpPr>
          <p:cNvPr id="22" name="Bunnfelt"/>
          <p:cNvSpPr/>
          <p:nvPr/>
        </p:nvSpPr>
        <p:spPr>
          <a:xfrm>
            <a:off x="868680" y="5440680"/>
            <a:ext cx="10469880" cy="68580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Bunnfelt tekst"/>
          <p:cNvSpPr txBox="1"/>
          <p:nvPr/>
        </p:nvSpPr>
        <p:spPr>
          <a:xfrm>
            <a:off x="1097280" y="5440680"/>
            <a:ext cx="10012680" cy="685800"/>
          </a:xfrm>
          <a:prstGeom prst="rect">
            <a:avLst/>
          </a:prstGeom>
          <a:noFill/>
        </p:spPr>
        <p:txBody>
          <a:bodyPr wrap="square" lIns="0" tIns="0" rIns="0" bIns="0" anchor="ctr">
            <a:spAutoFit/>
          </a:bodyPr>
          <a:lstStyle/>
          <a:p>
            <a:pPr algn="ctr"/>
            <a:r>
              <a:rPr sz="1500" b="0" i="0">
                <a:solidFill>
                  <a:srgbClr val="1E2A45"/>
                </a:solidFill>
              </a:rPr>
              <a:t>Loggen skal være et sted å tenke, ikke en innlevering ved siden av arbeidet.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 name="Tittel"/>
          <p:cNvSpPr txBox="1"/>
          <p:nvPr/>
        </p:nvSpPr>
        <p:spPr>
          <a:xfrm>
            <a:off x="594360" y="457200"/>
            <a:ext cx="10972800" cy="594360"/>
          </a:xfrm>
          <a:prstGeom prst="rect">
            <a:avLst/>
          </a:prstGeom>
          <a:noFill/>
        </p:spPr>
        <p:txBody>
          <a:bodyPr wrap="square" lIns="0" tIns="0" rIns="0" bIns="0" anchor="ctr">
            <a:spAutoFit/>
          </a:bodyPr>
          <a:lstStyle/>
          <a:p>
            <a:pPr algn="l"/>
            <a:r>
              <a:rPr sz="3000" b="1" i="0">
                <a:solidFill>
                  <a:srgbClr val="1E2A45"/>
                </a:solidFill>
              </a:rPr>
              <a:t>Metasamtalen som tilbakekomst</a:t>
            </a:r>
          </a:p>
        </p:txBody>
      </p:sp>
      <p:sp>
        <p:nvSpPr>
          <p:cNvPr id="3" name="Aksentlinje"/>
          <p:cNvSpPr/>
          <p:nvPr/>
        </p:nvSpPr>
        <p:spPr>
          <a:xfrm>
            <a:off x="594360" y="1124712"/>
            <a:ext cx="2240280" cy="32004"/>
          </a:xfrm>
          <a:prstGeom prst="rect">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Undertittel"/>
          <p:cNvSpPr txBox="1"/>
          <p:nvPr/>
        </p:nvSpPr>
        <p:spPr>
          <a:xfrm>
            <a:off x="594360" y="1298448"/>
            <a:ext cx="10972800" cy="365760"/>
          </a:xfrm>
          <a:prstGeom prst="rect">
            <a:avLst/>
          </a:prstGeom>
          <a:noFill/>
        </p:spPr>
        <p:txBody>
          <a:bodyPr wrap="square" lIns="0" tIns="0" rIns="0" bIns="0" anchor="ctr">
            <a:spAutoFit/>
          </a:bodyPr>
          <a:lstStyle/>
          <a:p>
            <a:pPr algn="l"/>
            <a:r>
              <a:rPr sz="1500" b="0" i="0">
                <a:solidFill>
                  <a:srgbClr val="686B76"/>
                </a:solidFill>
              </a:rPr>
              <a:t>Eleven vender tilbake til både uttrykket og samhandlingen med KI</a:t>
            </a:r>
          </a:p>
        </p:txBody>
      </p:sp>
      <p:sp>
        <p:nvSpPr>
          <p:cNvPr id="5" name="Oval 4"/>
          <p:cNvSpPr/>
          <p:nvPr/>
        </p:nvSpPr>
        <p:spPr>
          <a:xfrm>
            <a:off x="594360" y="1874519"/>
            <a:ext cx="384048" cy="384048"/>
          </a:xfrm>
          <a:prstGeom prst="ellipse">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874519"/>
            <a:ext cx="384048" cy="384048"/>
          </a:xfrm>
          <a:prstGeom prst="rect">
            <a:avLst/>
          </a:prstGeom>
          <a:noFill/>
        </p:spPr>
        <p:txBody>
          <a:bodyPr wrap="square" lIns="0" tIns="0" rIns="0" bIns="0" anchor="ctr">
            <a:spAutoFit/>
          </a:bodyPr>
          <a:lstStyle/>
          <a:p>
            <a:pPr algn="ctr"/>
            <a:r>
              <a:rPr sz="1400" b="1" i="0">
                <a:solidFill>
                  <a:srgbClr val="FFFFFF"/>
                </a:solidFill>
              </a:rPr>
              <a:t>1</a:t>
            </a:r>
          </a:p>
        </p:txBody>
      </p:sp>
      <p:sp>
        <p:nvSpPr>
          <p:cNvPr id="7" name="TextBox 6"/>
          <p:cNvSpPr txBox="1"/>
          <p:nvPr/>
        </p:nvSpPr>
        <p:spPr>
          <a:xfrm>
            <a:off x="1188720" y="1783080"/>
            <a:ext cx="6035040" cy="566928"/>
          </a:xfrm>
          <a:prstGeom prst="rect">
            <a:avLst/>
          </a:prstGeom>
          <a:noFill/>
        </p:spPr>
        <p:txBody>
          <a:bodyPr wrap="square" lIns="0" tIns="0" rIns="0" bIns="0" anchor="ctr">
            <a:spAutoFit/>
          </a:bodyPr>
          <a:lstStyle/>
          <a:p>
            <a:pPr algn="l"/>
            <a:r>
              <a:rPr sz="1500" b="0" i="0">
                <a:solidFill>
                  <a:srgbClr val="1E2A45"/>
                </a:solidFill>
              </a:rPr>
              <a:t>Var det noe som fikk deg til å stoppe opp eller se oppgaven på en ny måte?</a:t>
            </a:r>
          </a:p>
        </p:txBody>
      </p:sp>
      <p:sp>
        <p:nvSpPr>
          <p:cNvPr id="8" name="Oval 7"/>
          <p:cNvSpPr/>
          <p:nvPr/>
        </p:nvSpPr>
        <p:spPr>
          <a:xfrm>
            <a:off x="594360" y="2532888"/>
            <a:ext cx="384048" cy="384048"/>
          </a:xfrm>
          <a:prstGeom prst="ellipse">
            <a:avLst/>
          </a:prstGeom>
          <a:solidFill>
            <a:srgbClr val="1E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2532888"/>
            <a:ext cx="384048" cy="384048"/>
          </a:xfrm>
          <a:prstGeom prst="rect">
            <a:avLst/>
          </a:prstGeom>
          <a:noFill/>
        </p:spPr>
        <p:txBody>
          <a:bodyPr wrap="square" lIns="0" tIns="0" rIns="0" bIns="0" anchor="ctr">
            <a:spAutoFit/>
          </a:bodyPr>
          <a:lstStyle/>
          <a:p>
            <a:pPr algn="ctr"/>
            <a:r>
              <a:rPr sz="1400" b="1" i="0">
                <a:solidFill>
                  <a:srgbClr val="FAF9F7"/>
                </a:solidFill>
              </a:rPr>
              <a:t>2</a:t>
            </a:r>
          </a:p>
        </p:txBody>
      </p:sp>
      <p:sp>
        <p:nvSpPr>
          <p:cNvPr id="10" name="TextBox 9"/>
          <p:cNvSpPr txBox="1"/>
          <p:nvPr/>
        </p:nvSpPr>
        <p:spPr>
          <a:xfrm>
            <a:off x="1188720" y="2441448"/>
            <a:ext cx="6035040" cy="566928"/>
          </a:xfrm>
          <a:prstGeom prst="rect">
            <a:avLst/>
          </a:prstGeom>
          <a:noFill/>
        </p:spPr>
        <p:txBody>
          <a:bodyPr wrap="square" lIns="0" tIns="0" rIns="0" bIns="0" anchor="ctr">
            <a:spAutoFit/>
          </a:bodyPr>
          <a:lstStyle/>
          <a:p>
            <a:pPr algn="l"/>
            <a:r>
              <a:rPr sz="1500" b="0" i="0">
                <a:solidFill>
                  <a:srgbClr val="1E2A45"/>
                </a:solidFill>
              </a:rPr>
              <a:t>Hvilke forslag, kilder eller KI-svar måtte du tolke, justere eller velge mellom?</a:t>
            </a:r>
          </a:p>
        </p:txBody>
      </p:sp>
      <p:sp>
        <p:nvSpPr>
          <p:cNvPr id="11" name="Oval 10"/>
          <p:cNvSpPr/>
          <p:nvPr/>
        </p:nvSpPr>
        <p:spPr>
          <a:xfrm>
            <a:off x="594360" y="3191256"/>
            <a:ext cx="384048" cy="384048"/>
          </a:xfrm>
          <a:prstGeom prst="ellipse">
            <a:avLst/>
          </a:prstGeom>
          <a:solidFill>
            <a:srgbClr val="7E4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94360" y="3191256"/>
            <a:ext cx="384048" cy="384048"/>
          </a:xfrm>
          <a:prstGeom prst="rect">
            <a:avLst/>
          </a:prstGeom>
          <a:noFill/>
        </p:spPr>
        <p:txBody>
          <a:bodyPr wrap="square" lIns="0" tIns="0" rIns="0" bIns="0" anchor="ctr">
            <a:spAutoFit/>
          </a:bodyPr>
          <a:lstStyle/>
          <a:p>
            <a:pPr algn="ctr"/>
            <a:r>
              <a:rPr sz="1400" b="1" i="0">
                <a:solidFill>
                  <a:srgbClr val="FFFFFF"/>
                </a:solidFill>
              </a:rPr>
              <a:t>3</a:t>
            </a:r>
          </a:p>
        </p:txBody>
      </p:sp>
      <p:sp>
        <p:nvSpPr>
          <p:cNvPr id="13" name="TextBox 12"/>
          <p:cNvSpPr txBox="1"/>
          <p:nvPr/>
        </p:nvSpPr>
        <p:spPr>
          <a:xfrm>
            <a:off x="1188720" y="3099815"/>
            <a:ext cx="6035040" cy="566928"/>
          </a:xfrm>
          <a:prstGeom prst="rect">
            <a:avLst/>
          </a:prstGeom>
          <a:noFill/>
        </p:spPr>
        <p:txBody>
          <a:bodyPr wrap="square" lIns="0" tIns="0" rIns="0" bIns="0" anchor="ctr">
            <a:spAutoFit/>
          </a:bodyPr>
          <a:lstStyle/>
          <a:p>
            <a:pPr algn="l"/>
            <a:r>
              <a:rPr sz="1500" b="0" i="0">
                <a:solidFill>
                  <a:srgbClr val="1E2A45"/>
                </a:solidFill>
              </a:rPr>
              <a:t>Hva prøvde du ut for at uttrykket skulle virke for mottakeren?</a:t>
            </a:r>
          </a:p>
        </p:txBody>
      </p:sp>
      <p:sp>
        <p:nvSpPr>
          <p:cNvPr id="14" name="Oval 13"/>
          <p:cNvSpPr/>
          <p:nvPr/>
        </p:nvSpPr>
        <p:spPr>
          <a:xfrm>
            <a:off x="594360" y="3849624"/>
            <a:ext cx="384048" cy="384048"/>
          </a:xfrm>
          <a:prstGeom prst="ellipse">
            <a:avLst/>
          </a:prstGeom>
          <a:solidFill>
            <a:srgbClr val="3A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849624"/>
            <a:ext cx="384048" cy="384048"/>
          </a:xfrm>
          <a:prstGeom prst="rect">
            <a:avLst/>
          </a:prstGeom>
          <a:noFill/>
        </p:spPr>
        <p:txBody>
          <a:bodyPr wrap="square" lIns="0" tIns="0" rIns="0" bIns="0" anchor="ctr">
            <a:spAutoFit/>
          </a:bodyPr>
          <a:lstStyle/>
          <a:p>
            <a:pPr algn="ctr"/>
            <a:r>
              <a:rPr sz="1400" b="1" i="0">
                <a:solidFill>
                  <a:srgbClr val="FFFFFF"/>
                </a:solidFill>
              </a:rPr>
              <a:t>4</a:t>
            </a:r>
          </a:p>
        </p:txBody>
      </p:sp>
      <p:sp>
        <p:nvSpPr>
          <p:cNvPr id="16" name="TextBox 15"/>
          <p:cNvSpPr txBox="1"/>
          <p:nvPr/>
        </p:nvSpPr>
        <p:spPr>
          <a:xfrm>
            <a:off x="1188720" y="3758184"/>
            <a:ext cx="6035040" cy="566928"/>
          </a:xfrm>
          <a:prstGeom prst="rect">
            <a:avLst/>
          </a:prstGeom>
          <a:noFill/>
        </p:spPr>
        <p:txBody>
          <a:bodyPr wrap="square" lIns="0" tIns="0" rIns="0" bIns="0" anchor="ctr">
            <a:spAutoFit/>
          </a:bodyPr>
          <a:lstStyle/>
          <a:p>
            <a:pPr algn="l"/>
            <a:r>
              <a:rPr sz="1500" b="0" i="0">
                <a:solidFill>
                  <a:srgbClr val="1E2A45"/>
                </a:solidFill>
              </a:rPr>
              <a:t>Hvilke valg kan du nå begrunne og stå inne for?</a:t>
            </a:r>
          </a:p>
        </p:txBody>
      </p:sp>
      <p:sp>
        <p:nvSpPr>
          <p:cNvPr id="17" name="Oval 16"/>
          <p:cNvSpPr/>
          <p:nvPr/>
        </p:nvSpPr>
        <p:spPr>
          <a:xfrm>
            <a:off x="594360" y="4507992"/>
            <a:ext cx="384048" cy="384048"/>
          </a:xfrm>
          <a:prstGeom prst="ellipse">
            <a:avLst/>
          </a:prstGeom>
          <a:solidFill>
            <a:srgbClr val="627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4507992"/>
            <a:ext cx="384048" cy="384048"/>
          </a:xfrm>
          <a:prstGeom prst="rect">
            <a:avLst/>
          </a:prstGeom>
          <a:noFill/>
        </p:spPr>
        <p:txBody>
          <a:bodyPr wrap="square" lIns="0" tIns="0" rIns="0" bIns="0" anchor="ctr">
            <a:spAutoFit/>
          </a:bodyPr>
          <a:lstStyle/>
          <a:p>
            <a:pPr algn="ctr"/>
            <a:r>
              <a:rPr sz="1400" b="1" i="0">
                <a:solidFill>
                  <a:srgbClr val="FFFFFF"/>
                </a:solidFill>
              </a:rPr>
              <a:t>5</a:t>
            </a:r>
          </a:p>
        </p:txBody>
      </p:sp>
      <p:sp>
        <p:nvSpPr>
          <p:cNvPr id="19" name="TextBox 18"/>
          <p:cNvSpPr txBox="1"/>
          <p:nvPr/>
        </p:nvSpPr>
        <p:spPr>
          <a:xfrm>
            <a:off x="1188720" y="4416552"/>
            <a:ext cx="6035040" cy="566928"/>
          </a:xfrm>
          <a:prstGeom prst="rect">
            <a:avLst/>
          </a:prstGeom>
          <a:noFill/>
        </p:spPr>
        <p:txBody>
          <a:bodyPr wrap="square" lIns="0" tIns="0" rIns="0" bIns="0" anchor="ctr">
            <a:spAutoFit/>
          </a:bodyPr>
          <a:lstStyle/>
          <a:p>
            <a:pPr algn="l"/>
            <a:r>
              <a:rPr sz="1500" b="0" i="0">
                <a:solidFill>
                  <a:srgbClr val="1E2A45"/>
                </a:solidFill>
              </a:rPr>
              <a:t>Hva forstår du annerledes nå, og hvilken rolle hadde KI i den endringen?</a:t>
            </a:r>
          </a:p>
        </p:txBody>
      </p:sp>
      <p:sp>
        <p:nvSpPr>
          <p:cNvPr id="20" name="Rounded Rectangle 19"/>
          <p:cNvSpPr/>
          <p:nvPr/>
        </p:nvSpPr>
        <p:spPr>
          <a:xfrm>
            <a:off x="7589520" y="1783080"/>
            <a:ext cx="3749039" cy="1508760"/>
          </a:xfrm>
          <a:prstGeom prst="roundRect">
            <a:avLst>
              <a:gd name="adj" fmla="val 6000"/>
            </a:avLst>
          </a:prstGeom>
          <a:solidFill>
            <a:srgbClr val="E7EFEB"/>
          </a:solidFill>
          <a:ln w="15240">
            <a:solidFill>
              <a:srgbClr val="6274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18120" y="1892807"/>
            <a:ext cx="3291840" cy="1325880"/>
          </a:xfrm>
          <a:prstGeom prst="rect">
            <a:avLst/>
          </a:prstGeom>
          <a:noFill/>
        </p:spPr>
        <p:txBody>
          <a:bodyPr wrap="square" lIns="0" tIns="0" rIns="0" bIns="0" anchor="t">
            <a:spAutoFit/>
          </a:bodyPr>
          <a:lstStyle/>
          <a:p>
            <a:pPr algn="l">
              <a:spcAft>
                <a:spcPts val="300"/>
              </a:spcAft>
            </a:pPr>
            <a:r>
              <a:rPr sz="1600" b="1" i="0">
                <a:solidFill>
                  <a:srgbClr val="1E2A45"/>
                </a:solidFill>
              </a:rPr>
              <a:t>Individuell fagsamtale</a:t>
            </a:r>
          </a:p>
          <a:p>
            <a:pPr algn="l">
              <a:spcAft>
                <a:spcPts val="300"/>
              </a:spcAft>
            </a:pPr>
            <a:r>
              <a:rPr sz="1300" b="0" i="0">
                <a:solidFill>
                  <a:srgbClr val="1E2A45"/>
                </a:solidFill>
              </a:rPr>
              <a:t>Eleven trer ut av gruppas «vi» og setter ord på egen forståelse og eget ansvar.</a:t>
            </a:r>
          </a:p>
        </p:txBody>
      </p:sp>
      <p:sp>
        <p:nvSpPr>
          <p:cNvPr id="22" name="Rounded Rectangle 21"/>
          <p:cNvSpPr/>
          <p:nvPr/>
        </p:nvSpPr>
        <p:spPr>
          <a:xfrm>
            <a:off x="7589520" y="3474720"/>
            <a:ext cx="3749039" cy="1508760"/>
          </a:xfrm>
          <a:prstGeom prst="roundRect">
            <a:avLst>
              <a:gd name="adj" fmla="val 6000"/>
            </a:avLst>
          </a:prstGeom>
          <a:solidFill>
            <a:srgbClr val="E7EFEB"/>
          </a:solidFill>
          <a:ln w="15240">
            <a:solidFill>
              <a:srgbClr val="6274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18120" y="3584448"/>
            <a:ext cx="3291840" cy="1325880"/>
          </a:xfrm>
          <a:prstGeom prst="rect">
            <a:avLst/>
          </a:prstGeom>
          <a:noFill/>
        </p:spPr>
        <p:txBody>
          <a:bodyPr wrap="square" lIns="0" tIns="0" rIns="0" bIns="0" anchor="t">
            <a:spAutoFit/>
          </a:bodyPr>
          <a:lstStyle/>
          <a:p>
            <a:pPr algn="l">
              <a:spcAft>
                <a:spcPts val="300"/>
              </a:spcAft>
            </a:pPr>
            <a:r>
              <a:rPr sz="1600" b="1" i="0">
                <a:solidFill>
                  <a:srgbClr val="1E2A45"/>
                </a:solidFill>
              </a:rPr>
              <a:t>Gruppesamtale</a:t>
            </a:r>
          </a:p>
          <a:p>
            <a:pPr algn="l">
              <a:spcAft>
                <a:spcPts val="300"/>
              </a:spcAft>
            </a:pPr>
            <a:r>
              <a:rPr sz="1300" b="0" i="0">
                <a:solidFill>
                  <a:srgbClr val="1E2A45"/>
                </a:solidFill>
              </a:rPr>
              <a:t>Hvordan valg ble tatt, hvilke forslag som ble forkastet, og hvordan ansvaret ble fordelt mellom elevene og KI.</a:t>
            </a:r>
          </a:p>
        </p:txBody>
      </p:sp>
      <p:sp>
        <p:nvSpPr>
          <p:cNvPr id="24" name="Bunnfelt"/>
          <p:cNvSpPr/>
          <p:nvPr/>
        </p:nvSpPr>
        <p:spPr>
          <a:xfrm>
            <a:off x="868680" y="5440680"/>
            <a:ext cx="10469880" cy="594360"/>
          </a:xfrm>
          <a:prstGeom prst="rect">
            <a:avLst/>
          </a:prstGeom>
          <a:solidFill>
            <a:srgbClr val="EF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Bunnfelt tekst"/>
          <p:cNvSpPr txBox="1"/>
          <p:nvPr/>
        </p:nvSpPr>
        <p:spPr>
          <a:xfrm>
            <a:off x="1097280" y="5440680"/>
            <a:ext cx="10012680" cy="594360"/>
          </a:xfrm>
          <a:prstGeom prst="rect">
            <a:avLst/>
          </a:prstGeom>
          <a:noFill/>
        </p:spPr>
        <p:txBody>
          <a:bodyPr wrap="square" lIns="0" tIns="0" rIns="0" bIns="0" anchor="ctr">
            <a:spAutoFit/>
          </a:bodyPr>
          <a:lstStyle/>
          <a:p>
            <a:pPr algn="ctr"/>
            <a:r>
              <a:rPr sz="1600" b="0" i="0">
                <a:solidFill>
                  <a:srgbClr val="1E2A45"/>
                </a:solidFill>
              </a:rPr>
              <a:t>Metasamtalen er ikke en kontroll av om eleven «egentlig kan». Den er selv en del av læreprosessen.</a:t>
            </a:r>
          </a:p>
        </p:txBody>
      </p:sp>
      <p:sp>
        <p:nvSpPr>
          <p:cNvPr id="26" name="Kilde"/>
          <p:cNvSpPr txBox="1"/>
          <p:nvPr/>
        </p:nvSpPr>
        <p:spPr>
          <a:xfrm>
            <a:off x="640080" y="6400800"/>
            <a:ext cx="8229600" cy="228600"/>
          </a:xfrm>
          <a:prstGeom prst="rect">
            <a:avLst/>
          </a:prstGeom>
          <a:noFill/>
        </p:spPr>
        <p:txBody>
          <a:bodyPr wrap="square" lIns="0" tIns="0" rIns="0" bIns="0" anchor="t">
            <a:spAutoFit/>
          </a:bodyPr>
          <a:lstStyle/>
          <a:p>
            <a:pPr algn="l"/>
            <a:r>
              <a:rPr sz="1000" b="0" i="0">
                <a:solidFill>
                  <a:srgbClr val="686B76"/>
                </a:solidFill>
              </a:rPr>
              <a:t>Selander &amp; Kress, 2012; Yang et al., 2020; Letnes, under utgivelse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3" name="Text 1"/>
          <p:cNvSpPr/>
          <p:nvPr/>
        </p:nvSpPr>
        <p:spPr>
          <a:xfrm>
            <a:off x="594360" y="502920"/>
            <a:ext cx="10698480" cy="548640"/>
          </a:xfrm>
          <a:prstGeom prst="rect">
            <a:avLst/>
          </a:prstGeom>
          <a:noFill/>
          <a:ln/>
        </p:spPr>
        <p:txBody>
          <a:bodyPr wrap="square" lIns="0" tIns="0" rIns="0" bIns="0" rtlCol="0" anchor="ctr">
            <a:normAutofit/>
          </a:bodyPr>
          <a:lstStyle/>
          <a:p>
            <a:pPr marL="0" indent="0">
              <a:buNone/>
            </a:pPr>
            <a:r>
              <a:rPr lang="nb-NO" sz="3000" b="1" dirty="0">
                <a:solidFill>
                  <a:srgbClr val="1E2A45"/>
                </a:solidFill>
                <a:latin typeface="Aptos Display" pitchFamily="34" charset="0"/>
                <a:ea typeface="Aptos Display" pitchFamily="34" charset="-122"/>
                <a:cs typeface="Aptos Display" pitchFamily="34" charset="-120"/>
              </a:rPr>
              <a:t>Fra KI-bruk til læring</a:t>
            </a:r>
            <a:endParaRPr lang="nb-NO" sz="3000" dirty="0"/>
          </a:p>
        </p:txBody>
      </p:sp>
      <p:sp>
        <p:nvSpPr>
          <p:cNvPr id="4" name="Shape 2"/>
          <p:cNvSpPr/>
          <p:nvPr/>
        </p:nvSpPr>
        <p:spPr>
          <a:xfrm>
            <a:off x="594360" y="1124712"/>
            <a:ext cx="2240280" cy="32004"/>
          </a:xfrm>
          <a:prstGeom prst="rect">
            <a:avLst/>
          </a:prstGeom>
          <a:solidFill>
            <a:srgbClr val="7E4A62"/>
          </a:solidFill>
          <a:ln w="12700">
            <a:solidFill>
              <a:srgbClr val="7E4A62"/>
            </a:solidFill>
            <a:prstDash val="solid"/>
          </a:ln>
        </p:spPr>
        <p:txBody>
          <a:bodyPr/>
          <a:lstStyle/>
          <a:p>
            <a:endParaRPr lang="nb-NO"/>
          </a:p>
        </p:txBody>
      </p:sp>
      <p:sp>
        <p:nvSpPr>
          <p:cNvPr id="5" name="Text 3"/>
          <p:cNvSpPr/>
          <p:nvPr/>
        </p:nvSpPr>
        <p:spPr>
          <a:xfrm>
            <a:off x="594360" y="1353312"/>
            <a:ext cx="9875520" cy="320040"/>
          </a:xfrm>
          <a:prstGeom prst="rect">
            <a:avLst/>
          </a:prstGeom>
          <a:noFill/>
          <a:ln/>
        </p:spPr>
        <p:txBody>
          <a:bodyPr wrap="square" lIns="0" tIns="0" rIns="0" bIns="0" rtlCol="0" anchor="ctr"/>
          <a:lstStyle/>
          <a:p>
            <a:pPr marL="0" indent="0">
              <a:buNone/>
            </a:pPr>
            <a:r>
              <a:rPr lang="nb-NO" sz="1450" dirty="0">
                <a:solidFill>
                  <a:srgbClr val="686B76"/>
                </a:solidFill>
              </a:rPr>
              <a:t>Det vi har arbeidet med i dag, samlet i tre spørsmål.</a:t>
            </a:r>
            <a:endParaRPr lang="nb-NO" sz="1450" dirty="0"/>
          </a:p>
        </p:txBody>
      </p:sp>
      <p:grpSp>
        <p:nvGrpSpPr>
          <p:cNvPr id="13" name="Gruppe 12">
            <a:extLst>
              <a:ext uri="{FF2B5EF4-FFF2-40B4-BE49-F238E27FC236}">
                <a16:creationId xmlns:a16="http://schemas.microsoft.com/office/drawing/2014/main" id="{CF8F2F34-FED8-4203-F2CD-42DBB237AB20}"/>
              </a:ext>
            </a:extLst>
          </p:cNvPr>
          <p:cNvGrpSpPr/>
          <p:nvPr/>
        </p:nvGrpSpPr>
        <p:grpSpPr>
          <a:xfrm>
            <a:off x="655011" y="1874520"/>
            <a:ext cx="10592109" cy="914400"/>
            <a:chOff x="655011" y="1874520"/>
            <a:chExt cx="10592109" cy="914400"/>
          </a:xfrm>
        </p:grpSpPr>
        <p:sp>
          <p:nvSpPr>
            <p:cNvPr id="6" name="Text 4"/>
            <p:cNvSpPr/>
            <p:nvPr/>
          </p:nvSpPr>
          <p:spPr>
            <a:xfrm>
              <a:off x="655011" y="2103120"/>
              <a:ext cx="384048" cy="384048"/>
            </a:xfrm>
            <a:prstGeom prst="rect">
              <a:avLst/>
            </a:prstGeom>
            <a:solidFill>
              <a:srgbClr val="62746B"/>
            </a:solidFill>
            <a:ln>
              <a:solidFill>
                <a:srgbClr val="62746B"/>
              </a:solid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371600" y="1874520"/>
              <a:ext cx="9875520" cy="914400"/>
            </a:xfrm>
            <a:prstGeom prst="rect">
              <a:avLst/>
            </a:prstGeom>
            <a:solidFill>
              <a:srgbClr val="E7EFEB"/>
            </a:solidFill>
            <a:ln w="15240">
              <a:solidFill>
                <a:srgbClr val="62746B"/>
              </a:solidFill>
            </a:ln>
          </p:spPr>
          <p:txBody>
            <a:bodyPr wrap="square" lIns="182880" tIns="2286" rIns="2286" bIns="2286" rtlCol="0" anchor="ctr">
              <a:normAutofit/>
            </a:bodyPr>
            <a:lstStyle/>
            <a:p>
              <a:pPr marL="0" indent="0">
                <a:buNone/>
              </a:pPr>
              <a:r>
                <a:rPr lang="nb-NO" sz="1500" b="1" dirty="0">
                  <a:solidFill>
                    <a:srgbClr val="1E2A45"/>
                  </a:solidFill>
                </a:rPr>
                <a:t>Hva ser vi når elevene er «med»?</a:t>
              </a:r>
            </a:p>
            <a:p>
              <a:pPr marL="0" indent="0">
                <a:buNone/>
              </a:pPr>
              <a:r>
                <a:rPr lang="nb-NO" sz="1250" dirty="0">
                  <a:solidFill>
                    <a:srgbClr val="1E2A45"/>
                  </a:solidFill>
                </a:rPr>
                <a:t>Et ferdig produkt viser lite om hvem som gjorde det faglige arbeidet.</a:t>
              </a:r>
            </a:p>
            <a:p>
              <a:pPr marL="0" indent="0">
                <a:buNone/>
              </a:pPr>
              <a:r>
                <a:rPr lang="nb-NO" sz="1250" dirty="0">
                  <a:solidFill>
                    <a:srgbClr val="1E2A45"/>
                  </a:solidFill>
                </a:rPr>
                <a:t>Se etter engasjement i handling, følelse, tenkning og initiativ.</a:t>
              </a:r>
              <a:endParaRPr lang="nb-NO" sz="1250" dirty="0"/>
            </a:p>
          </p:txBody>
        </p:sp>
      </p:grpSp>
      <p:grpSp>
        <p:nvGrpSpPr>
          <p:cNvPr id="14" name="Gruppe 13">
            <a:extLst>
              <a:ext uri="{FF2B5EF4-FFF2-40B4-BE49-F238E27FC236}">
                <a16:creationId xmlns:a16="http://schemas.microsoft.com/office/drawing/2014/main" id="{17EB6338-507E-C2B4-8872-B2EC2B65CB98}"/>
              </a:ext>
            </a:extLst>
          </p:cNvPr>
          <p:cNvGrpSpPr/>
          <p:nvPr/>
        </p:nvGrpSpPr>
        <p:grpSpPr>
          <a:xfrm>
            <a:off x="655011" y="3108960"/>
            <a:ext cx="10592109" cy="914400"/>
            <a:chOff x="655011" y="3108960"/>
            <a:chExt cx="10592109" cy="914400"/>
          </a:xfrm>
        </p:grpSpPr>
        <p:sp>
          <p:nvSpPr>
            <p:cNvPr id="8" name="Text 6"/>
            <p:cNvSpPr/>
            <p:nvPr/>
          </p:nvSpPr>
          <p:spPr>
            <a:xfrm>
              <a:off x="655011" y="3337560"/>
              <a:ext cx="384048" cy="384048"/>
            </a:xfrm>
            <a:prstGeom prst="rect">
              <a:avLst/>
            </a:prstGeom>
            <a:solidFill>
              <a:srgbClr val="1E2A45"/>
            </a:solidFill>
            <a:ln>
              <a:solidFill>
                <a:srgbClr val="1E2A45"/>
              </a:solid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9" name="Text 7"/>
            <p:cNvSpPr/>
            <p:nvPr/>
          </p:nvSpPr>
          <p:spPr>
            <a:xfrm>
              <a:off x="1371600" y="3108960"/>
              <a:ext cx="9875520" cy="914400"/>
            </a:xfrm>
            <a:prstGeom prst="rect">
              <a:avLst/>
            </a:prstGeom>
            <a:solidFill>
              <a:srgbClr val="E9ECF3"/>
            </a:solidFill>
            <a:ln w="15240">
              <a:solidFill>
                <a:srgbClr val="1E2A45"/>
              </a:solidFill>
            </a:ln>
          </p:spPr>
          <p:txBody>
            <a:bodyPr wrap="square" lIns="182880" tIns="2286" rIns="2286" bIns="2286" rtlCol="0" anchor="ctr">
              <a:normAutofit/>
            </a:bodyPr>
            <a:lstStyle/>
            <a:p>
              <a:pPr marL="0" indent="0">
                <a:buNone/>
              </a:pPr>
              <a:r>
                <a:rPr lang="nb-NO" sz="1500" b="1" dirty="0">
                  <a:solidFill>
                    <a:srgbClr val="1E2A45"/>
                  </a:solidFill>
                </a:rPr>
                <a:t>Hva forteller elevene oss?</a:t>
              </a:r>
            </a:p>
            <a:p>
              <a:pPr marL="0" indent="0">
                <a:buNone/>
              </a:pPr>
              <a:r>
                <a:rPr lang="nb-NO" sz="1250" dirty="0">
                  <a:solidFill>
                    <a:srgbClr val="1E2A45"/>
                  </a:solidFill>
                </a:rPr>
                <a:t>Eierskap handler om å forstå, omforme og stå inne for arbeidet, ikke om hvor teksten kom fra.</a:t>
              </a:r>
            </a:p>
            <a:p>
              <a:pPr marL="0" indent="0">
                <a:buNone/>
              </a:pPr>
              <a:r>
                <a:rPr lang="nb-NO" sz="1250" dirty="0">
                  <a:solidFill>
                    <a:srgbClr val="1E2A45"/>
                  </a:solidFill>
                </a:rPr>
                <a:t>Grensen mellom støtte og erstatning går i hva støtten gjør for den enkelte eleven.</a:t>
              </a:r>
              <a:endParaRPr lang="nb-NO" sz="1250" dirty="0"/>
            </a:p>
          </p:txBody>
        </p:sp>
      </p:grpSp>
      <p:grpSp>
        <p:nvGrpSpPr>
          <p:cNvPr id="15" name="Gruppe 14">
            <a:extLst>
              <a:ext uri="{FF2B5EF4-FFF2-40B4-BE49-F238E27FC236}">
                <a16:creationId xmlns:a16="http://schemas.microsoft.com/office/drawing/2014/main" id="{D3181BF6-80B0-42C4-3B4B-36C3108ACEFC}"/>
              </a:ext>
            </a:extLst>
          </p:cNvPr>
          <p:cNvGrpSpPr/>
          <p:nvPr/>
        </p:nvGrpSpPr>
        <p:grpSpPr>
          <a:xfrm>
            <a:off x="655011" y="4343400"/>
            <a:ext cx="10592109" cy="914400"/>
            <a:chOff x="655011" y="4343400"/>
            <a:chExt cx="10592109" cy="914400"/>
          </a:xfrm>
        </p:grpSpPr>
        <p:sp>
          <p:nvSpPr>
            <p:cNvPr id="10" name="Text 8"/>
            <p:cNvSpPr/>
            <p:nvPr/>
          </p:nvSpPr>
          <p:spPr>
            <a:xfrm>
              <a:off x="655011" y="4572000"/>
              <a:ext cx="384048" cy="384048"/>
            </a:xfrm>
            <a:prstGeom prst="rect">
              <a:avLst/>
            </a:prstGeom>
            <a:solidFill>
              <a:srgbClr val="7E4A62"/>
            </a:solidFill>
            <a:ln>
              <a:solidFill>
                <a:srgbClr val="7E4A62"/>
              </a:solid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1" name="Text 9"/>
            <p:cNvSpPr/>
            <p:nvPr/>
          </p:nvSpPr>
          <p:spPr>
            <a:xfrm>
              <a:off x="1371600" y="4343400"/>
              <a:ext cx="9875520" cy="914400"/>
            </a:xfrm>
            <a:prstGeom prst="rect">
              <a:avLst/>
            </a:prstGeom>
            <a:solidFill>
              <a:srgbClr val="F4E8EE"/>
            </a:solidFill>
            <a:ln w="15240">
              <a:solidFill>
                <a:srgbClr val="7E4A62"/>
              </a:solidFill>
            </a:ln>
          </p:spPr>
          <p:txBody>
            <a:bodyPr wrap="square" lIns="182880" tIns="2286" rIns="2286" bIns="2286" rtlCol="0" anchor="ctr">
              <a:normAutofit/>
            </a:bodyPr>
            <a:lstStyle/>
            <a:p>
              <a:pPr marL="0" indent="0">
                <a:buNone/>
              </a:pPr>
              <a:r>
                <a:rPr lang="nb-NO" sz="1500" b="1" dirty="0">
                  <a:solidFill>
                    <a:srgbClr val="1E2A45"/>
                  </a:solidFill>
                </a:rPr>
                <a:t>Hvordan designe og vurdere?</a:t>
              </a:r>
            </a:p>
            <a:p>
              <a:pPr marL="0" indent="0">
                <a:buNone/>
              </a:pPr>
              <a:r>
                <a:rPr lang="nb-NO" sz="1250" dirty="0">
                  <a:solidFill>
                    <a:srgbClr val="1E2A45"/>
                  </a:solidFill>
                </a:rPr>
                <a:t>Analysen kommer først. KI-bruken er et svar på den. Les tegn i prosess, logg og metasamtale sammen.</a:t>
              </a:r>
            </a:p>
            <a:p>
              <a:pPr marL="0" indent="0">
                <a:buNone/>
              </a:pPr>
              <a:r>
                <a:rPr lang="nb-NO" sz="1250" dirty="0">
                  <a:solidFill>
                    <a:srgbClr val="1E2A45"/>
                  </a:solidFill>
                </a:rPr>
                <a:t>Gjør arbeidet synlig, kalibrer friksjonen og gi KI en avgrenset plass.</a:t>
              </a:r>
              <a:endParaRPr lang="nb-NO" sz="1250" dirty="0"/>
            </a:p>
          </p:txBody>
        </p:sp>
      </p:grpSp>
      <p:sp>
        <p:nvSpPr>
          <p:cNvPr id="12" name="Text 10"/>
          <p:cNvSpPr/>
          <p:nvPr/>
        </p:nvSpPr>
        <p:spPr>
          <a:xfrm>
            <a:off x="960120" y="5623560"/>
            <a:ext cx="10287000" cy="640080"/>
          </a:xfrm>
          <a:prstGeom prst="rect">
            <a:avLst/>
          </a:prstGeom>
          <a:solidFill>
            <a:srgbClr val="EFECE9"/>
          </a:solidFill>
          <a:ln w="15240">
            <a:solidFill>
              <a:srgbClr val="EFECE9"/>
            </a:solidFill>
          </a:ln>
        </p:spPr>
        <p:txBody>
          <a:bodyPr wrap="square" lIns="1651" tIns="1651" rIns="1651" bIns="1651" rtlCol="0" anchor="ctr">
            <a:normAutofit/>
          </a:bodyPr>
          <a:lstStyle/>
          <a:p>
            <a:pPr marL="0" indent="0" algn="ctr">
              <a:buNone/>
            </a:pPr>
            <a:r>
              <a:rPr lang="nb-NO" sz="1800" dirty="0">
                <a:solidFill>
                  <a:srgbClr val="1E2A45"/>
                </a:solidFill>
              </a:rPr>
              <a:t>Spør hva KI-bruken gjør mulig for eleven, og hva den tar fra eleven.</a:t>
            </a:r>
            <a:endParaRPr lang="nb-NO"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E2A45"/>
        </a:solidFill>
        <a:effectLst/>
      </p:bgPr>
    </p:bg>
    <p:spTree>
      <p:nvGrpSpPr>
        <p:cNvPr id="1" name="">
          <a:extLst>
            <a:ext uri="{FF2B5EF4-FFF2-40B4-BE49-F238E27FC236}">
              <a16:creationId xmlns:a16="http://schemas.microsoft.com/office/drawing/2014/main" id="{4AA240CF-57FA-BD4E-2213-C207349B6885}"/>
            </a:ext>
          </a:extLst>
        </p:cNvPr>
        <p:cNvGrpSpPr/>
        <p:nvPr/>
      </p:nvGrpSpPr>
      <p:grpSpPr>
        <a:xfrm>
          <a:off x="0" y="0"/>
          <a:ext cx="0" cy="0"/>
          <a:chOff x="0" y="0"/>
          <a:chExt cx="0" cy="0"/>
        </a:xfrm>
      </p:grpSpPr>
      <p:sp>
        <p:nvSpPr>
          <p:cNvPr id="48" name="Rectangle 4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rgbClr val="1E2A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tel 1">
            <a:extLst>
              <a:ext uri="{FF2B5EF4-FFF2-40B4-BE49-F238E27FC236}">
                <a16:creationId xmlns:a16="http://schemas.microsoft.com/office/drawing/2014/main" id="{F56E18DF-1A82-AD68-29FA-430692CE9CFC}"/>
              </a:ext>
            </a:extLst>
          </p:cNvPr>
          <p:cNvSpPr>
            <a:spLocks noGrp="1"/>
          </p:cNvSpPr>
          <p:nvPr>
            <p:ph type="ctrTitle"/>
          </p:nvPr>
        </p:nvSpPr>
        <p:spPr>
          <a:xfrm>
            <a:off x="1295400" y="669925"/>
            <a:ext cx="4800600" cy="1325563"/>
          </a:xfrm>
        </p:spPr>
        <p:txBody>
          <a:bodyPr vert="horz" lIns="91440" tIns="45720" rIns="91440" bIns="45720" rtlCol="0" anchor="b">
            <a:normAutofit/>
          </a:bodyPr>
          <a:lstStyle/>
          <a:p>
            <a:pPr algn="l"/>
            <a:r>
              <a:rPr lang="en-US" sz="4100">
                <a:solidFill>
                  <a:schemeClr val="bg1"/>
                </a:solidFill>
              </a:rPr>
              <a:t>Hva tenker dere nå at jeg trengte fra Bjørn?</a:t>
            </a:r>
          </a:p>
        </p:txBody>
      </p:sp>
      <p:cxnSp>
        <p:nvCxnSpPr>
          <p:cNvPr id="50" name="Straight Connector 4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rgbClr val="7E4A62"/>
            </a:solidFill>
          </a:ln>
        </p:spPr>
        <p:style>
          <a:lnRef idx="1">
            <a:schemeClr val="accent1"/>
          </a:lnRef>
          <a:fillRef idx="0">
            <a:schemeClr val="accent1"/>
          </a:fillRef>
          <a:effectRef idx="0">
            <a:schemeClr val="accent1"/>
          </a:effectRef>
          <a:fontRef idx="minor">
            <a:schemeClr val="tx1"/>
          </a:fontRef>
        </p:style>
      </p:cxnSp>
      <p:sp>
        <p:nvSpPr>
          <p:cNvPr id="3" name="Tittel 1">
            <a:extLst>
              <a:ext uri="{FF2B5EF4-FFF2-40B4-BE49-F238E27FC236}">
                <a16:creationId xmlns:a16="http://schemas.microsoft.com/office/drawing/2014/main" id="{C92CECA2-AB7A-47C5-97CF-547AD37404D9}"/>
              </a:ext>
            </a:extLst>
          </p:cNvPr>
          <p:cNvSpPr txBox="1">
            <a:spLocks/>
          </p:cNvSpPr>
          <p:nvPr/>
        </p:nvSpPr>
        <p:spPr>
          <a:xfrm>
            <a:off x="1295400" y="2288833"/>
            <a:ext cx="4800600" cy="3711571"/>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spcAft>
                <a:spcPts val="600"/>
              </a:spcAft>
            </a:pPr>
            <a:r>
              <a:rPr lang="nb-NO" sz="2000" noProof="0">
                <a:solidFill>
                  <a:schemeClr val="bg1"/>
                </a:solidFill>
                <a:latin typeface="+mn-lt"/>
                <a:ea typeface="+mn-ea"/>
                <a:cs typeface="+mn-cs"/>
              </a:rPr>
              <a:t>Og hva trenger elevene fra dere, når KI kan gi dem svaret før de har funnet spørsmålet?</a:t>
            </a:r>
          </a:p>
          <a:p>
            <a:pPr algn="l">
              <a:lnSpc>
                <a:spcPct val="100000"/>
              </a:lnSpc>
              <a:spcAft>
                <a:spcPts val="600"/>
              </a:spcAft>
            </a:pPr>
            <a:endParaRPr lang="nb-NO" sz="2000" noProof="0">
              <a:solidFill>
                <a:schemeClr val="bg1"/>
              </a:solidFill>
              <a:latin typeface="+mn-lt"/>
              <a:ea typeface="+mn-ea"/>
              <a:cs typeface="+mn-cs"/>
            </a:endParaRPr>
          </a:p>
          <a:p>
            <a:pPr algn="l">
              <a:lnSpc>
                <a:spcPct val="100000"/>
              </a:lnSpc>
              <a:spcAft>
                <a:spcPts val="600"/>
              </a:spcAft>
            </a:pPr>
            <a:r>
              <a:rPr lang="nb-NO" sz="2000" noProof="0">
                <a:solidFill>
                  <a:schemeClr val="bg1"/>
                </a:solidFill>
                <a:latin typeface="+mn-lt"/>
                <a:ea typeface="+mn-ea"/>
                <a:cs typeface="+mn-cs"/>
              </a:rPr>
              <a:t>Exit-lapp: Én ting jeg vil prøve i faget mitt neste uke.</a:t>
            </a:r>
          </a:p>
        </p:txBody>
      </p:sp>
      <p:sp>
        <p:nvSpPr>
          <p:cNvPr id="52" name="Rectangle 51">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rgbClr val="7E4A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Bilde 9">
            <a:extLst>
              <a:ext uri="{FF2B5EF4-FFF2-40B4-BE49-F238E27FC236}">
                <a16:creationId xmlns:a16="http://schemas.microsoft.com/office/drawing/2014/main" id="{51CCEAEE-637E-E467-FEA4-726F22730BD0}"/>
              </a:ext>
            </a:extLst>
          </p:cNvPr>
          <p:cNvPicPr>
            <a:picLocks noChangeAspect="1"/>
          </p:cNvPicPr>
          <p:nvPr/>
        </p:nvPicPr>
        <p:blipFill>
          <a:blip r:embed="rId3"/>
          <a:srcRect l="12825" t="3214" r="5493" b="1837"/>
          <a:stretch>
            <a:fillRect/>
          </a:stretch>
        </p:blipFill>
        <p:spPr>
          <a:xfrm>
            <a:off x="8163674" y="3730267"/>
            <a:ext cx="3338614" cy="2784532"/>
          </a:xfrm>
          <a:prstGeom prst="rect">
            <a:avLst/>
          </a:prstGeom>
        </p:spPr>
      </p:pic>
      <p:sp>
        <p:nvSpPr>
          <p:cNvPr id="54" name="Rectangle 53">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rgbClr val="7E4A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Bilde 3">
            <a:extLst>
              <a:ext uri="{FF2B5EF4-FFF2-40B4-BE49-F238E27FC236}">
                <a16:creationId xmlns:a16="http://schemas.microsoft.com/office/drawing/2014/main" id="{EF2D2114-8F0A-7A15-2A8C-C14158365A0F}"/>
              </a:ext>
            </a:extLst>
          </p:cNvPr>
          <p:cNvPicPr>
            <a:picLocks noChangeAspect="1"/>
          </p:cNvPicPr>
          <p:nvPr/>
        </p:nvPicPr>
        <p:blipFill>
          <a:blip r:embed="rId4"/>
          <a:srcRect l="7168" t="6980" r="8078" b="11007"/>
          <a:stretch>
            <a:fillRect/>
          </a:stretch>
        </p:blipFill>
        <p:spPr>
          <a:xfrm>
            <a:off x="6498347" y="343201"/>
            <a:ext cx="3862771" cy="2803426"/>
          </a:xfrm>
          <a:prstGeom prst="rect">
            <a:avLst/>
          </a:prstGeom>
        </p:spPr>
      </p:pic>
    </p:spTree>
    <p:extLst>
      <p:ext uri="{BB962C8B-B14F-4D97-AF65-F5344CB8AC3E}">
        <p14:creationId xmlns:p14="http://schemas.microsoft.com/office/powerpoint/2010/main" val="753741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3q8wbvbeqkgaqu55qfzoy59pnbzsyj"/>
  <p:tag name="MENTI_PPT_SLIDE_MAP" val="{&quot;2147473299&quot;:&quot;tczex6bn95jm&quot;,&quot;2147473307&quot;:&quot;tcp7hfqgmgqx&quot;,&quot;2147473308&quot;:&quot;u2f21fvyc5co&quot;,&quot;2147473364&quot;:&quot;skj5nkpixteg&quot;,&quot;2147473365&quot;:&quot;g816kc8p3q8y&quot;}"/>
</p:tagLst>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9a10672-822f-4467-a5ba-5bb375967c05}" enabled="0" method="" siteId="{09a10672-822f-4467-a5ba-5bb375967c05}" removed="1"/>
</clbl:labelList>
</file>

<file path=docProps/app.xml><?xml version="1.0" encoding="utf-8"?>
<Properties xmlns="http://schemas.openxmlformats.org/officeDocument/2006/extended-properties" xmlns:vt="http://schemas.openxmlformats.org/officeDocument/2006/docPropsVTypes">
  <TotalTime>33558</TotalTime>
  <Words>13421</Words>
  <Application>Microsoft Macintosh PowerPoint</Application>
  <PresentationFormat>Widescreen</PresentationFormat>
  <Paragraphs>1124</Paragraphs>
  <Slides>64</Slides>
  <Notes>60</Notes>
  <HiddenSlides>0</HiddenSlides>
  <MMClips>0</MMClips>
  <ScaleCrop>false</ScaleCrop>
  <HeadingPairs>
    <vt:vector size="6" baseType="variant">
      <vt:variant>
        <vt:lpstr>Brukte skrifter</vt:lpstr>
      </vt:variant>
      <vt:variant>
        <vt:i4>11</vt:i4>
      </vt:variant>
      <vt:variant>
        <vt:lpstr>Tema</vt:lpstr>
      </vt:variant>
      <vt:variant>
        <vt:i4>1</vt:i4>
      </vt:variant>
      <vt:variant>
        <vt:lpstr>Lysbildetitler</vt:lpstr>
      </vt:variant>
      <vt:variant>
        <vt:i4>64</vt:i4>
      </vt:variant>
    </vt:vector>
  </HeadingPairs>
  <TitlesOfParts>
    <vt:vector size="76" baseType="lpstr">
      <vt:lpstr>Aptos</vt:lpstr>
      <vt:lpstr>Aptos Display</vt:lpstr>
      <vt:lpstr>Aptos Light</vt:lpstr>
      <vt:lpstr>Arial</vt:lpstr>
      <vt:lpstr>Avenir Next Medium</vt:lpstr>
      <vt:lpstr>Avenir Next Regular</vt:lpstr>
      <vt:lpstr>DIN Alternate Bold</vt:lpstr>
      <vt:lpstr>DIN Condensed Bold</vt:lpstr>
      <vt:lpstr>EB Garamond</vt:lpstr>
      <vt:lpstr>Georgia</vt:lpstr>
      <vt:lpstr>Lato</vt:lpstr>
      <vt:lpstr>Office-tema</vt:lpstr>
      <vt:lpstr>Mari-Ann Letnes</vt:lpstr>
      <vt:lpstr>PowerPoint-presentasjon</vt:lpstr>
      <vt:lpstr>PowerPoint-presentasjon</vt:lpstr>
      <vt:lpstr>Hva om Ingrid hadde hatt KI?</vt:lpstr>
      <vt:lpstr>Engasjement antas å være formbar!</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Ulike sider ved engasjement</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Pause</vt:lpstr>
      <vt:lpstr>Hvordan designe for engasjement når KI er tilgjengelig?</vt:lpstr>
      <vt:lpstr>Læring som engasjement og meningsskaping</vt:lpstr>
      <vt:lpstr>Design av en formell lärsekvens</vt:lpstr>
      <vt:lpstr>Design av en formell lärsekvens</vt:lpstr>
      <vt:lpstr>Design av en formell lärsekvens</vt:lpstr>
      <vt:lpstr>Design av en formell lärsekvens</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Hva tenker dere nå at jeg trengte fra Bjørn?</vt:lpstr>
      <vt:lpstr>Kilder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Mari-Ann Letnes</dc:creator>
  <cp:lastModifiedBy>Mari-Ann Letnes</cp:lastModifiedBy>
  <cp:revision>8</cp:revision>
  <cp:lastPrinted>2026-09-14T15:49:31Z</cp:lastPrinted>
  <dcterms:created xsi:type="dcterms:W3CDTF">2026-09-07T20:45:23Z</dcterms:created>
  <dcterms:modified xsi:type="dcterms:W3CDTF">2026-10-20T09:55:22Z</dcterms:modified>
</cp:coreProperties>
</file>